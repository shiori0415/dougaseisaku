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107799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9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07799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7799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174450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50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74450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74450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241101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813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41101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241101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56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339756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56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39756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39756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28625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8625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884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18884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18884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3736205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3744599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959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4895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3319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5331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2_針が上下す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012417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6_工房の引き_作業する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417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012417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12417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1613354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354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1613354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1613354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221429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7_工房の引き_ミシンの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4291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21429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221429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2815228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228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2815228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2815228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3736205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6205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39329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3744599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959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4895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4895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3319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5331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5331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548654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549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558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568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65656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490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96490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96490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99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58149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58149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48654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549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48654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48654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558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07155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07155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6568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65656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65656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00237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37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00237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00237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788994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94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788994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788994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3977751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751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3977751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3977751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664180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5067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28595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953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28595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28595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工房に入る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入口を入って、通路の奥へ（引き）。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9585"/>
            <a:ext cx="1301077" cy="70897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97" y="4119585"/>
            <a:ext cx="1301077" cy="70897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803997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111" y="4108145"/>
            <a:ext cx="599882" cy="73185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96514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31" y="4120319"/>
            <a:ext cx="1301077" cy="70750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58903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7031" y="4108145"/>
            <a:ext cx="794362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518" y="4108145"/>
            <a:ext cx="103876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5649" y="4108145"/>
            <a:ext cx="803883" cy="99295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1" y="4108145"/>
            <a:ext cx="1490106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037" y="4108145"/>
            <a:ext cx="14923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875" y="4108145"/>
            <a:ext cx="1626053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08145"/>
            <a:ext cx="17652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08145"/>
            <a:ext cx="1765249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08145"/>
            <a:ext cx="1765249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288990"/>
            <a:ext cx="1155098" cy="48761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288990"/>
            <a:ext cx="1155098" cy="48761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288990"/>
            <a:ext cx="1155098" cy="48761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288601"/>
            <a:ext cx="1155098" cy="48839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268783"/>
            <a:ext cx="1155098" cy="52803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17993"/>
            <a:ext cx="1155098" cy="42961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6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最後にロゴが質問テロップに変わる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「なぜこの商品を選びましたか？ ／ Why did you choose this one?」。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Jカットで、答えの声が先に入りはじめる。</a:t>
            </a:r>
            <a:endParaRPr lang="en-US" sz="60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2026-09-07T08:34:33Z</dcterms:created>
  <dcterms:modified xsi:type="dcterms:W3CDTF">2026-09-07T08:34:33Z</dcterms:modified>
</cp:coreProperties>
</file>