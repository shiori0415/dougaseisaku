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youtube.com/watch?v=4DEy0CAg43s" TargetMode="External"/><Relationship Id="rId8" Type="http://schemas.openxmlformats.org/officeDocument/2006/relationships/hyperlink" Target="https://youtu.be/OU-qyAcn2YM" TargetMode="External"/><Relationship Id="rId9" Type="http://schemas.openxmlformats.org/officeDocument/2006/relationships/hyperlink" Target="https://youtu.be/OPDWrOeD-gU" TargetMode="External"/><Relationship Id="rId10" Type="http://schemas.openxmlformats.org/officeDocument/2006/relationships/hyperlink" Target="https://www.instagram.com/reel/DZE-_hZuwXb/" TargetMode="External"/><Relationship Id="rId11" Type="http://schemas.openxmlformats.org/officeDocument/2006/relationships/hyperlink" Target="https://www.instagram.com/reel/DaorwuKvWAj/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5-1.jpg"/><Relationship Id="rId4" Type="http://schemas.openxmlformats.org/officeDocument/2006/relationships/image" Target="../media/image-5-2.jpg"/><Relationship Id="rId5" Type="http://schemas.openxmlformats.org/officeDocument/2006/relationships/image" Target="../media/image-5-3.jpg"/><Relationship Id="rId6" Type="http://schemas.openxmlformats.org/officeDocument/2006/relationships/image" Target="../media/image-5-4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image" Target="../media/image-7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10-1.jpg"/><Relationship Id="rId4" Type="http://schemas.openxmlformats.org/officeDocument/2006/relationships/image" Target="../media/image-10-2.jpg"/><Relationship Id="rId5" Type="http://schemas.openxmlformats.org/officeDocument/2006/relationships/image" Target="../media/image-10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1-1.jpg"/><Relationship Id="rId5" Type="http://schemas.openxmlformats.org/officeDocument/2006/relationships/image" Target="../media/image-11-2.jpg"/><Relationship Id="rId6" Type="http://schemas.openxmlformats.org/officeDocument/2006/relationships/image" Target="../media/image-11-3.jpg"/><Relationship Id="rId7" Type="http://schemas.openxmlformats.org/officeDocument/2006/relationships/image" Target="../media/image-11-4.jpg"/><Relationship Id="rId8" Type="http://schemas.openxmlformats.org/officeDocument/2006/relationships/image" Target="../media/image-11-5.jpg"/><Relationship Id="rId9" Type="http://schemas.openxmlformats.org/officeDocument/2006/relationships/image" Target="../media/image-11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2-1.jpg"/><Relationship Id="rId5" Type="http://schemas.openxmlformats.org/officeDocument/2006/relationships/image" Target="../media/image-12-2.jpg"/><Relationship Id="rId6" Type="http://schemas.openxmlformats.org/officeDocument/2006/relationships/image" Target="../media/image-12-3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5-1.jpg"/><Relationship Id="rId4" Type="http://schemas.openxmlformats.org/officeDocument/2006/relationships/image" Target="../media/image-15-2.jpg"/><Relationship Id="rId5" Type="http://schemas.openxmlformats.org/officeDocument/2006/relationships/image" Target="../media/image-15-3.jpg"/><Relationship Id="rId6" Type="http://schemas.openxmlformats.org/officeDocument/2006/relationships/image" Target="../media/image-15-4.jpg"/><Relationship Id="rId7" Type="http://schemas.openxmlformats.org/officeDocument/2006/relationships/image" Target="../media/image-15-5.jpg"/><Relationship Id="rId8" Type="http://schemas.openxmlformats.org/officeDocument/2006/relationships/image" Target="../media/image-15-6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6-1.jpg"/><Relationship Id="rId4" Type="http://schemas.openxmlformats.org/officeDocument/2006/relationships/image" Target="../media/image-16-2.jpg"/><Relationship Id="rId5" Type="http://schemas.openxmlformats.org/officeDocument/2006/relationships/image" Target="../media/image-16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5本目と7本目は参考動画があり、絵コンテの写真もそこから抜いています。いただいた録画は2倍速再生だったため、参考動画の秒数はすべて1倍速に換算した値です（録画は動画の一部を切り取ったものなので、動画そのものの全長とは異なる場合があります）。6本目は参考動画をいただき次第、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（parisawangny・メイン）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35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6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820" y="4688351"/>
            <a:ext cx="1157288" cy="748304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4-9秒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8" y="4688351"/>
            <a:ext cx="1157288" cy="748304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0315" y="4688351"/>
            <a:ext cx="1157288" cy="748304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sp>
        <p:nvSpPr>
          <p:cNvPr id="38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9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9043" y="4688351"/>
            <a:ext cx="1157288" cy="748304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35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さらに別の色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365" y="4688351"/>
            <a:ext cx="1157288" cy="748304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建物内で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4093" y="4688351"/>
            <a:ext cx="1157288" cy="748304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1_S4_01_到着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688351"/>
            <a:ext cx="1157288" cy="748304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sp>
        <p:nvSpPr>
          <p:cNvPr id="35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3" descr="/home/user/dougaseisaku/assets/ref4/1_S4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688351"/>
            <a:ext cx="1157288" cy="74830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39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41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465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43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81475"/>
            <a:ext cx="1157288" cy="176348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48409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6301588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3-14秒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81475"/>
            <a:ext cx="1157288" cy="176348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301588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sp>
        <p:nvSpPr>
          <p:cNvPr id="31" name="Shape 27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281475"/>
            <a:ext cx="1157288" cy="1763486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55031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sp>
        <p:nvSpPr>
          <p:cNvPr id="35" name="Shape 30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9043" y="4579314"/>
            <a:ext cx="1157288" cy="1167808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879904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9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465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43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14-31秒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針と糸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81475"/>
            <a:ext cx="1157288" cy="176348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093" y="4606130"/>
            <a:ext cx="1157288" cy="1114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820" y="4377136"/>
            <a:ext cx="1157288" cy="157216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31-40秒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仕上げ剤を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4281475"/>
            <a:ext cx="1157288" cy="176348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7" name="Text 31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755031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sp>
        <p:nvSpPr>
          <p:cNvPr id="39" name="Shape 33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4" descr="/home/user/dougaseisaku/assets/ref4/2_S4_03_使われる場所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9043" y="4281475"/>
            <a:ext cx="1157288" cy="1763486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879904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43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4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873" y="4189086"/>
            <a:ext cx="1341785" cy="86760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98" y="4189086"/>
            <a:ext cx="1341785" cy="86760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5-15秒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89086"/>
            <a:ext cx="1341785" cy="86760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812" y="4189086"/>
            <a:ext cx="1341785" cy="86760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8037" y="4189086"/>
            <a:ext cx="1341785" cy="86760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3_S3_02_磨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098" y="4189086"/>
            <a:ext cx="1341785" cy="867601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3_S3_03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323" y="4189086"/>
            <a:ext cx="1341785" cy="86760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24-28秒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452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4_S1_02_街を歩く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98" y="3650092"/>
            <a:ext cx="1341785" cy="194558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4_S1_03_電車通過ブレ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323" y="3650092"/>
            <a:ext cx="1341785" cy="19455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8-17秒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4_S2_01_真俯瞰で中身を入れる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650092"/>
            <a:ext cx="1341785" cy="194558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4_S2_02_内ポケットに物を入れる_縦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4812" y="3650092"/>
            <a:ext cx="1341785" cy="194558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4_S2_03_マクロで取り出す_縦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8037" y="3650092"/>
            <a:ext cx="1341785" cy="1945588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452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4_S3_02_金具マクロ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98" y="3650092"/>
            <a:ext cx="1341785" cy="194558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4_S3_03_高い場所に立つ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323" y="3650092"/>
            <a:ext cx="1341785" cy="19455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4_S4_01_街に置く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650092"/>
            <a:ext cx="1341785" cy="194558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34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37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6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 MUSEUM 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228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刻印・沿革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ref_15_未来の刻印_金属マクロ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5365" y="4638847"/>
            <a:ext cx="1157288" cy="64588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黒。刻印が押され、革に沈む（超マクロ）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ナレーション開始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5_ref_01_年号テロップ_LNG船198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4093" y="4638847"/>
            <a:ext cx="1157288" cy="64588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※年号の出し方はこの画角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ref_08_工場内_大型装置ハイアング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820" y="4638847"/>
            <a:ext cx="1157288" cy="64588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製造・全員の職人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5_ref_12_図面の束_俯瞰気味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638847"/>
            <a:ext cx="1157288" cy="64588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5_ref_14_職人がボール盤で作業_引き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0315" y="4638847"/>
            <a:ext cx="1157288" cy="64588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55031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裁断→縫製→コバ磨き。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職人を一人ずつ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、複数カットで（鍛治島参考の画角）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ref_10_机に向かう職人の横顔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99043" y="4638847"/>
            <a:ext cx="1157288" cy="64588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79904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ナレーション一度止まる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6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 MUSEUM 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228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会社の姿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40-60秒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店舗の外観・店内（撮影して差し替え）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0" descr="/home/user/dougaseisaku/assets/ref4/5_ref_06_図面と眼鏡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093" y="4638847"/>
            <a:ext cx="1157288" cy="645882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8409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企画中の新作サンプルが並ぶ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ナレーション再開</a:t>
            </a:r>
            <a:endParaRPr lang="en-US" sz="720" dirty="0"/>
          </a:p>
        </p:txBody>
      </p:sp>
      <p:sp>
        <p:nvSpPr>
          <p:cNvPr id="26" name="Shape 23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1" descr="/home/user/dougaseisaku/assets/ref4/5_ref_07_図面をなぞる指_作業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820" y="4638847"/>
            <a:ext cx="1157288" cy="645882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32820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草ヶ谷さん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が革を漉く・仕上げる手元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6301588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使われる・締め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60-75秒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28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6301588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購入され、店員から手渡される瞬間（撮影して差し替え）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1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755031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実際に使われている手元（撮影して差し替え）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ナレーション最後の一言</a:t>
            </a:r>
            <a:endParaRPr lang="en-US" sz="720" dirty="0"/>
          </a:p>
        </p:txBody>
      </p:sp>
      <p:sp>
        <p:nvSpPr>
          <p:cNvPr id="37" name="Shape 33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8" name="Image 2" descr="/home/user/dougaseisaku/assets/ref4/5_ref_16_締めのテロップ_造るを創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9043" y="4638847"/>
            <a:ext cx="1157288" cy="645882"/>
          </a:xfrm>
          <a:prstGeom prst="rect">
            <a:avLst/>
          </a:prstGeom>
        </p:spPr>
      </p:pic>
      <p:sp>
        <p:nvSpPr>
          <p:cNvPr id="39" name="Shape 34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79904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ナレーションが終わり → テロップ → ロゴ</a:t>
            </a:r>
            <a:endParaRPr lang="en-US" sz="720" dirty="0"/>
          </a:p>
        </p:txBody>
      </p:sp>
      <p:sp>
        <p:nvSpPr>
          <p:cNvPr id="41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ref_03_工場全景_省力化テロップ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5365" y="4739562"/>
            <a:ext cx="1157288" cy="64588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5_S1_03_工房の全景ハイアング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4093" y="4756999"/>
            <a:ext cx="1157288" cy="611009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1_原反が広げら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820" y="4737874"/>
            <a:ext cx="1157288" cy="64925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25-95秒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5_ref_09_ロボット装置と作業者二人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739562"/>
            <a:ext cx="1157288" cy="64588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5_S3_02_手元での精密作業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756999"/>
            <a:ext cx="1157288" cy="611009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ref_02_暗がりの腕_オレンジの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9043" y="4739562"/>
            <a:ext cx="1157288" cy="64588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ここが全工程の四割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。テロップは工程名だけ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95-120秒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S3_03_検品する横顔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5365" y="4756999"/>
            <a:ext cx="1157288" cy="611009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5_ref_04_図面をなぞる手元_ボケ寄り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4093" y="4739562"/>
            <a:ext cx="1157288" cy="64588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1_01_刻印風マクロ_金属に光る文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820" y="4756999"/>
            <a:ext cx="1157288" cy="61100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120-140秒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3" name="Text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35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6" name="Text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7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38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9" name="Image 3" descr="/home/user/dougaseisaku/assets/ref4/5_ref_17_締めのロゴ_白バック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9043" y="4739562"/>
            <a:ext cx="1157288" cy="645882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18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57913"/>
            <a:ext cx="1157288" cy="160918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093" y="4257913"/>
            <a:ext cx="1157288" cy="160918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820" y="4257913"/>
            <a:ext cx="1157288" cy="160918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6-16秒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4257913"/>
            <a:ext cx="1157288" cy="160918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0315" y="4257913"/>
            <a:ext cx="1157288" cy="1609181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9043" y="4257913"/>
            <a:ext cx="1157288" cy="160918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18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16-20秒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持ち上げ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57913"/>
            <a:ext cx="1157288" cy="160918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1" descr="/home/user/dougaseisaku/assets/ref4/7_S4_01_鞄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7913"/>
            <a:ext cx="1157288" cy="1609181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sp>
        <p:nvSpPr>
          <p:cNvPr id="31" name="Shape 27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7_S4_02_テロッ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257913"/>
            <a:ext cx="1157288" cy="1609181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35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49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246772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429652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店を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873" y="3715584"/>
            <a:ext cx="1341785" cy="18146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袋を持って歩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098" y="3715584"/>
            <a:ext cx="1341785" cy="181460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袋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323" y="3715584"/>
            <a:ext cx="1341785" cy="181460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車内_膝の上に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037438"/>
            <a:ext cx="1341785" cy="117089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窓の外が流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812" y="4037438"/>
            <a:ext cx="1341785" cy="117089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7" name="Text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8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49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246772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429652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リボンをほどく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873" y="4037438"/>
            <a:ext cx="1341785" cy="117089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開けた瞬間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098" y="4037438"/>
            <a:ext cx="1341785" cy="117089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光にかざす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323" y="4037438"/>
            <a:ext cx="1341785" cy="117089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34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2026-09-05T11:45:47Z</dcterms:created>
  <dcterms:modified xsi:type="dcterms:W3CDTF">2026-09-05T11:45:47Z</dcterms:modified>
</cp:coreProperties>
</file>