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5-1.jpg"/><Relationship Id="rId4" Type="http://schemas.openxmlformats.org/officeDocument/2006/relationships/image" Target="../media/image-5-2.jpg"/><Relationship Id="rId5" Type="http://schemas.openxmlformats.org/officeDocument/2006/relationships/image" Target="../media/image-5-3.jpg"/><Relationship Id="rId6" Type="http://schemas.openxmlformats.org/officeDocument/2006/relationships/image" Target="../media/image-5-4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10-1.jpg"/><Relationship Id="rId4" Type="http://schemas.openxmlformats.org/officeDocument/2006/relationships/image" Target="../media/image-10-2.jpg"/><Relationship Id="rId5" Type="http://schemas.openxmlformats.org/officeDocument/2006/relationships/image" Target="../media/image-10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1-1.jpg"/><Relationship Id="rId5" Type="http://schemas.openxmlformats.org/officeDocument/2006/relationships/image" Target="../media/image-11-2.jpg"/><Relationship Id="rId6" Type="http://schemas.openxmlformats.org/officeDocument/2006/relationships/image" Target="../media/image-11-3.jpg"/><Relationship Id="rId7" Type="http://schemas.openxmlformats.org/officeDocument/2006/relationships/image" Target="../media/image-11-4.jpg"/><Relationship Id="rId8" Type="http://schemas.openxmlformats.org/officeDocument/2006/relationships/image" Target="../media/image-11-5.jpg"/><Relationship Id="rId9" Type="http://schemas.openxmlformats.org/officeDocument/2006/relationships/image" Target="../media/image-11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2-1.jpg"/><Relationship Id="rId5" Type="http://schemas.openxmlformats.org/officeDocument/2006/relationships/image" Target="../media/image-12-2.jpg"/><Relationship Id="rId6" Type="http://schemas.openxmlformats.org/officeDocument/2006/relationships/image" Target="../media/image-12-3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5-1.jpg"/><Relationship Id="rId4" Type="http://schemas.openxmlformats.org/officeDocument/2006/relationships/image" Target="../media/image-15-2.jpg"/><Relationship Id="rId5" Type="http://schemas.openxmlformats.org/officeDocument/2006/relationships/image" Target="../media/image-15-3.jpg"/><Relationship Id="rId6" Type="http://schemas.openxmlformats.org/officeDocument/2006/relationships/image" Target="../media/image-15-4.jpg"/><Relationship Id="rId7" Type="http://schemas.openxmlformats.org/officeDocument/2006/relationships/image" Target="../media/image-15-5.jpg"/><Relationship Id="rId8" Type="http://schemas.openxmlformats.org/officeDocument/2006/relationships/image" Target="../media/image-15-6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6-1.jpg"/><Relationship Id="rId4" Type="http://schemas.openxmlformats.org/officeDocument/2006/relationships/image" Target="../media/image-16-2.jpg"/><Relationship Id="rId5" Type="http://schemas.openxmlformats.org/officeDocument/2006/relationships/image" Target="../media/image-16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1〜5本目と7本目は参考動画があり、絵コンテの写真もそこから抜いています。6・8本目は参考動画・詳細をいただき次第、同じ形式で内容を確定します。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（parisawangny・メイン）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35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820" y="4688351"/>
            <a:ext cx="1157288" cy="748304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588" y="4688351"/>
            <a:ext cx="1157288" cy="748304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0315" y="4688351"/>
            <a:ext cx="1157288" cy="748304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sp>
        <p:nvSpPr>
          <p:cNvPr id="38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9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9043" y="4688351"/>
            <a:ext cx="1157288" cy="748304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35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さらに別の色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365" y="4688351"/>
            <a:ext cx="1157288" cy="748304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建物内で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4093" y="4688351"/>
            <a:ext cx="1157288" cy="748304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1_S4_01_到着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688351"/>
            <a:ext cx="1157288" cy="748304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sp>
        <p:nvSpPr>
          <p:cNvPr id="35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3" descr="/home/user/dougaseisaku/assets/ref4/1_S4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688351"/>
            <a:ext cx="1157288" cy="74830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0" name="Text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41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42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465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43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81475"/>
            <a:ext cx="1157288" cy="176348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48409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6301588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3-14秒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81475"/>
            <a:ext cx="1157288" cy="176348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301588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sp>
        <p:nvSpPr>
          <p:cNvPr id="31" name="Shape 27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281475"/>
            <a:ext cx="1157288" cy="1763486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55031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sp>
        <p:nvSpPr>
          <p:cNvPr id="35" name="Shape 30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043" y="4579314"/>
            <a:ext cx="1157288" cy="1167808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879904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9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465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43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14-31秒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針と糸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81475"/>
            <a:ext cx="1157288" cy="176348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093" y="4606130"/>
            <a:ext cx="1157288" cy="1114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20" y="4377136"/>
            <a:ext cx="1157288" cy="157216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78486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仕上げ剤を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4281475"/>
            <a:ext cx="1157288" cy="176348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7" name="Text 31"/>
          <p:cNvSpPr/>
          <p:nvPr/>
        </p:nvSpPr>
        <p:spPr>
          <a:xfrm>
            <a:off x="7550315" y="4134518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7550315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0" name="Image 4" descr="/home/user/dougaseisaku/assets/ref4/2_S4_03_使われる場所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9043" y="4281475"/>
            <a:ext cx="1157288" cy="1763486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799043" y="4134518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8799043" y="6228494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43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4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873" y="4189086"/>
            <a:ext cx="1341785" cy="86760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4189086"/>
            <a:ext cx="1341785" cy="86760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5-15秒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89086"/>
            <a:ext cx="1341785" cy="86760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812" y="4189086"/>
            <a:ext cx="1341785" cy="86760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8037" y="4189086"/>
            <a:ext cx="1341785" cy="86760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3_S3_02_磨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098" y="4189086"/>
            <a:ext cx="1341785" cy="867601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3_S3_03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323" y="4189086"/>
            <a:ext cx="1341785" cy="86760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24-28秒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452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4_S1_02_街を歩く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3650092"/>
            <a:ext cx="1341785" cy="194558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4_S1_03_電車通過ブレ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323" y="3650092"/>
            <a:ext cx="1341785" cy="19455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8-17秒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4_S2_01_真俯瞰で中身を入れる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650092"/>
            <a:ext cx="1341785" cy="194558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4_S2_02_内ポケットに物を入れる_縦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4812" y="3650092"/>
            <a:ext cx="1341785" cy="194558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4_S2_03_マクロで取り出す_縦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8037" y="3650092"/>
            <a:ext cx="1341785" cy="1945588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452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4_S3_02_金具マクロ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098" y="3650092"/>
            <a:ext cx="1341785" cy="1945588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sp>
        <p:nvSpPr>
          <p:cNvPr id="22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4_S3_03_高い場所に立つ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323" y="3650092"/>
            <a:ext cx="1341785" cy="19455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26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4_S4_01_街に置く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650092"/>
            <a:ext cx="1341785" cy="194558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34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6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37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六十秒（収まらなければ九十秒まで）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6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228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刻印・沿革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5_ref_15_未来の刻印_金属マクロ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5365" y="4638847"/>
            <a:ext cx="1157288" cy="64588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黒。刻印が押され、革に沈む（超マクロ）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ナレーション開始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5_ref_01_年号テロップ_LNG船198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4093" y="4638847"/>
            <a:ext cx="1157288" cy="64588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※年号の出し方はこの画角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ref_08_工場内_大型装置ハイアング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820" y="4638847"/>
            <a:ext cx="1157288" cy="64588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製造・全員の職人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5_ref_12_図面の束_俯瞰気味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638847"/>
            <a:ext cx="1157288" cy="64588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5_ref_14_職人がボール盤で作業_引き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0315" y="4638847"/>
            <a:ext cx="1157288" cy="64588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5031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裁断→縫製→コバ磨き。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職人を一人ずつ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、複数カットで（鍛治島参考の画角）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ref_10_机に向かう職人の横顔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99043" y="4638847"/>
            <a:ext cx="1157288" cy="64588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79904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ナレーション一度止まる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六十秒（収まらなければ九十秒まで） ／ 12ショット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6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228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会社の姿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40-60秒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Brooklyn店舗の外観・店内（撮影して差し替え）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0" descr="/home/user/dougaseisaku/assets/ref4/5_ref_06_図面と眼鏡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093" y="4638847"/>
            <a:ext cx="1157288" cy="645882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348409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8409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企画中の新作サンプルが並ぶ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ナレーション再開</a:t>
            </a:r>
            <a:endParaRPr lang="en-US" sz="720" dirty="0"/>
          </a:p>
        </p:txBody>
      </p:sp>
      <p:sp>
        <p:nvSpPr>
          <p:cNvPr id="26" name="Shape 23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1" descr="/home/user/dougaseisaku/assets/ref4/5_ref_07_図面をなぞる指_作業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20" y="4638847"/>
            <a:ext cx="1157288" cy="645882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4732820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32820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草ヶ谷さん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が革を漉く・仕上げる手元</a:t>
            </a:r>
            <a:endParaRPr lang="en-US" sz="720" dirty="0"/>
          </a:p>
        </p:txBody>
      </p:sp>
      <p:sp>
        <p:nvSpPr>
          <p:cNvPr id="30" name="Text 26"/>
          <p:cNvSpPr/>
          <p:nvPr/>
        </p:nvSpPr>
        <p:spPr>
          <a:xfrm>
            <a:off x="6301588" y="3677057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使われる・締め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60-75秒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28"/>
          <p:cNvSpPr/>
          <p:nvPr/>
        </p:nvSpPr>
        <p:spPr>
          <a:xfrm>
            <a:off x="6301588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6301588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購入され、店員から手渡される瞬間（撮影して差し替え）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1"/>
          <p:cNvSpPr/>
          <p:nvPr/>
        </p:nvSpPr>
        <p:spPr>
          <a:xfrm>
            <a:off x="7550315" y="3933089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7550315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実際に使われている手元（撮影して差し替え）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ナレーション最後の一言</a:t>
            </a:r>
            <a:endParaRPr lang="en-US" sz="720" dirty="0"/>
          </a:p>
        </p:txBody>
      </p:sp>
      <p:sp>
        <p:nvSpPr>
          <p:cNvPr id="37" name="Shape 33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8" name="Image 2" descr="/home/user/dougaseisaku/assets/ref4/5_ref_16_締めのテロップ_造るを創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043" y="4638847"/>
            <a:ext cx="1157288" cy="645882"/>
          </a:xfrm>
          <a:prstGeom prst="rect">
            <a:avLst/>
          </a:prstGeom>
        </p:spPr>
      </p:pic>
      <p:sp>
        <p:nvSpPr>
          <p:cNvPr id="39" name="Shape 34"/>
          <p:cNvSpPr/>
          <p:nvPr/>
        </p:nvSpPr>
        <p:spPr>
          <a:xfrm>
            <a:off x="8799043" y="3933089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799043" y="6027065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ナレーションが終わり → テロップ → ロゴ</a:t>
            </a:r>
            <a:endParaRPr lang="en-US" sz="720" dirty="0"/>
          </a:p>
        </p:txBody>
      </p:sp>
      <p:sp>
        <p:nvSpPr>
          <p:cNvPr id="41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25-95秒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95-120秒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120-140秒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57913"/>
            <a:ext cx="1157288" cy="160918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093" y="4257913"/>
            <a:ext cx="1157288" cy="160918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820" y="4257913"/>
            <a:ext cx="1157288" cy="160918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32820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32820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6-16秒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4257913"/>
            <a:ext cx="1157288" cy="160918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0315" y="4257913"/>
            <a:ext cx="1157288" cy="1609181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9043" y="4257913"/>
            <a:ext cx="1157288" cy="160918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799043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79904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18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0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endParaRPr lang="en-US" sz="58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58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589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4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8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589" dirty="0"/>
          </a:p>
        </p:txBody>
      </p:sp>
      <p:sp>
        <p:nvSpPr>
          <p:cNvPr id="12" name="Shape 10"/>
          <p:cNvSpPr/>
          <p:nvPr/>
        </p:nvSpPr>
        <p:spPr>
          <a:xfrm>
            <a:off x="6324448" y="1941364"/>
            <a:ext cx="5455768" cy="90345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32804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33972"/>
            <a:ext cx="5126584" cy="239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6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868" dirty="0"/>
          </a:p>
        </p:txBody>
      </p:sp>
      <p:sp>
        <p:nvSpPr>
          <p:cNvPr id="15" name="Text 13"/>
          <p:cNvSpPr/>
          <p:nvPr/>
        </p:nvSpPr>
        <p:spPr>
          <a:xfrm>
            <a:off x="6489040" y="2518727"/>
            <a:ext cx="5126584" cy="179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558" dirty="0"/>
          </a:p>
        </p:txBody>
      </p:sp>
      <p:sp>
        <p:nvSpPr>
          <p:cNvPr id="16" name="Text 14"/>
          <p:cNvSpPr/>
          <p:nvPr/>
        </p:nvSpPr>
        <p:spPr>
          <a:xfrm>
            <a:off x="6324448" y="295455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137430"/>
            <a:ext cx="5455768" cy="32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527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27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527" dirty="0"/>
          </a:p>
        </p:txBody>
      </p:sp>
      <p:sp>
        <p:nvSpPr>
          <p:cNvPr id="18" name="Text 16"/>
          <p:cNvSpPr/>
          <p:nvPr/>
        </p:nvSpPr>
        <p:spPr>
          <a:xfrm>
            <a:off x="2235365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16-20秒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持ち上げ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365" y="4257913"/>
            <a:ext cx="1157288" cy="160918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23536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3536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1"/>
          <p:cNvSpPr/>
          <p:nvPr/>
        </p:nvSpPr>
        <p:spPr>
          <a:xfrm>
            <a:off x="3484093" y="4033803"/>
            <a:ext cx="1157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484093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6301588" y="3777771"/>
            <a:ext cx="3654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1" descr="/home/user/dougaseisaku/assets/ref4/7_S4_01_鞄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7913"/>
            <a:ext cx="1157288" cy="1609181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6301588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301588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sp>
        <p:nvSpPr>
          <p:cNvPr id="31" name="Shape 27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2" descr="/home/user/dougaseisaku/assets/ref4/7_S4_02_テロッ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0315" y="4257913"/>
            <a:ext cx="1157288" cy="1609181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7550315" y="4033803"/>
            <a:ext cx="1157288" cy="205740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550315" y="6127779"/>
            <a:ext cx="115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35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18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49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246772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429652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9168037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68037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49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246772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429652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81873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68187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68187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11509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11509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48323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548323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6301588" y="3174157"/>
            <a:ext cx="4208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301588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301588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7734812" y="3430189"/>
            <a:ext cx="1341785" cy="2385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差し替え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734812" y="5852160"/>
            <a:ext cx="1341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2026-09-04T08:24:52Z</dcterms:created>
  <dcterms:modified xsi:type="dcterms:W3CDTF">2026-09-04T08:24:52Z</dcterms:modified>
</cp:coreProperties>
</file>