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01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8201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2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4852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15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31503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027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6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9286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424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842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2_針が上下す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6_工房の引き_作業する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799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77799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736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78736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7_工房の引き_ミシンの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673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79673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611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8061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149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711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304711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607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538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39653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1607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276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15276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33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604033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2790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9279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57282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282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57282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370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6537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59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7345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76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0967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7765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1776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488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88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488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774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597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474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6124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3361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923361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工房に入る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入口を入って、通路の奥へ（引き）。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9585"/>
            <a:ext cx="1301077" cy="70897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97" y="4119585"/>
            <a:ext cx="1301077" cy="70897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803997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111" y="4108145"/>
            <a:ext cx="599882" cy="73185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96514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31" y="4120319"/>
            <a:ext cx="1301077" cy="70750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58903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7031" y="4108145"/>
            <a:ext cx="794362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518" y="4108145"/>
            <a:ext cx="103876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5649" y="4108145"/>
            <a:ext cx="803883" cy="99295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1" y="4108145"/>
            <a:ext cx="1490106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037" y="4108145"/>
            <a:ext cx="14923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875" y="4108145"/>
            <a:ext cx="1626053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。通路を奥へ進む画と、材料が壁一面に並ぶ画を並べ、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08145"/>
            <a:ext cx="17652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08145"/>
            <a:ext cx="1765249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08145"/>
            <a:ext cx="1765249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0424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690424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406687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687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668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307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830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927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992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241932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932" y="4288990"/>
            <a:ext cx="1155098" cy="48761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4193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471" y="4288990"/>
            <a:ext cx="1155098" cy="48761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88471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09" y="4288990"/>
            <a:ext cx="1155098" cy="48761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35009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8601"/>
            <a:ext cx="1155098" cy="48839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8126" y="4268783"/>
            <a:ext cx="1155098" cy="52803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48126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4664" y="4317993"/>
            <a:ext cx="1155098" cy="42961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79466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6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最後にロゴが質問テロップに変わる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「なぜこの商品を選びましたか？ ／ Why did you choose this one?」。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Jカットで、答えの声が先に入りはじめる。</a:t>
            </a:r>
            <a:endParaRPr lang="en-US" sz="60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241932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932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4193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471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88471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09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35009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8126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48126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4664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79466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180987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878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87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35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00435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991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90991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92144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2144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92144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92144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08270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2700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08270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08270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180987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878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87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35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00435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991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90991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2026-09-07T08:19:28Z</dcterms:created>
  <dcterms:modified xsi:type="dcterms:W3CDTF">2026-09-07T08:19:28Z</dcterms:modified>
</cp:coreProperties>
</file>