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image" Target="../media/image-6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image" Target="../media/image-7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服装ごとに画が変わる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ASMRで製造の姿を撮る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暗めでエレガントにブランドを映す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鞄を持って街を歩く（海外ドラマ風）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OEM工房案内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製品の中身と使い勝手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一色目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2_02_歩いてくる全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878498"/>
            <a:ext cx="797243" cy="57509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ここが一色目。すまし顔。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07029"/>
            <a:ext cx="797243" cy="91803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　｜　切り替わり＝手前を柱が横切る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909459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柱が抜けると、服も鞄の色も変わっている。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3_02_三色目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909459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8-12秒　｜　切り替わり＝ガラスの扉を通る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4_02_抜けたら四色目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扉を抜けると、服も鞄の色も変わっている。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12-16秒　｜　切り替わり＝手前を人が横切る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835749"/>
            <a:ext cx="797243" cy="91297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巻き戻る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16-21秒　｜　切り替わり＝人が通る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全体。人が通るたびに、一つ前の服と鞄に戻る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横移動で追う（三脚キャスター）。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進んだときと同じ画角・同じ立ち位置で撮る。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四種類並べて終わる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7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この画にテロップ「同じ道を、違う私で。」を重ねる。</a:t>
            </a:r>
            <a:endParaRPr lang="en-US" sz="540" dirty="0"/>
          </a:p>
        </p:txBody>
      </p:sp>
      <p:sp>
        <p:nvSpPr>
          <p:cNvPr id="36" name="Shape 30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583574"/>
            <a:ext cx="797243" cy="141732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64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95757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540243"/>
            <a:ext cx="839141" cy="10489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扱える革の量がそのまま画に入る。ここから工程が始まる。</a:t>
            </a:r>
            <a:endParaRPr lang="en-US" sz="580" dirty="0"/>
          </a:p>
        </p:txBody>
      </p:sp>
      <p:sp>
        <p:nvSpPr>
          <p:cNvPr id="23" name="Text 20"/>
          <p:cNvSpPr/>
          <p:nvPr/>
        </p:nvSpPr>
        <p:spPr>
          <a:xfrm>
            <a:off x="1662101" y="3936583"/>
            <a:ext cx="1011811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01" y="4540243"/>
            <a:ext cx="839141" cy="1048927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62101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683" y="4540243"/>
            <a:ext cx="839141" cy="104892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2683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裁断機に革を送る（横）。刃が入る一音。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3_03_抜けたパー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264" y="4540243"/>
            <a:ext cx="839141" cy="10489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23264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4_01_二枚を合わせ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5_01_針が上下す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糸が締まる音。ここから縫いが始まる。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5_02_工房の引き_作業する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5_03_手縫いで引き締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432786"/>
            <a:ext cx="910122" cy="11376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40" name="Shape 33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5_04_工房の引き_ミシンの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9329" y="4432786"/>
            <a:ext cx="910122" cy="11376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42714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縁を整える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1_刃で切り込みを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ここから仕上げに入る。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6_02_縫い代を開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縫い代を開いて、縁を平らに整える（斜め上から）。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裏の白い革と、表の色が同じ画に入る。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6_03_縁を指で起こ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指で縁をつまんで起こす（寄り・両手）。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断面がまっすぐ立ち上がる。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6_04_断面に道具を当て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断面に道具を当ててならす（横・寄り）。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ここまでで断面が整い、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次のコバ塗りに入れる状態になる。</a:t>
            </a:r>
            <a:endParaRPr lang="en-US" sz="580" dirty="0"/>
          </a:p>
        </p:txBody>
      </p:sp>
      <p:sp>
        <p:nvSpPr>
          <p:cNvPr id="35" name="Text 29"/>
          <p:cNvSpPr/>
          <p:nvPr/>
        </p:nvSpPr>
        <p:spPr>
          <a:xfrm>
            <a:off x="4737767" y="3936583"/>
            <a:ext cx="7042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25-31秒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1_コバ塗り_塗り進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31-36秒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13599"/>
            <a:ext cx="837413" cy="104676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立ち上がった形を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33" y="4413599"/>
            <a:ext cx="837413" cy="104676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033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40" dirty="0"/>
          </a:p>
        </p:txBody>
      </p:sp>
      <p:sp>
        <p:nvSpPr>
          <p:cNvPr id="27" name="Shape 23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8_03_木槌で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186" y="4413599"/>
            <a:ext cx="837413" cy="1046767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269186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8_04_道具でコバを整え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8040" y="4413599"/>
            <a:ext cx="837413" cy="104676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19804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塗り終わったコバを道具で整える（寄り）。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8_05_縁に印をつ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6893" y="4413599"/>
            <a:ext cx="837413" cy="1046767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12689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36-40秒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9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9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ここで一つの鞄が揃う。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3335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05725"/>
            <a:ext cx="1443909" cy="105276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59698"/>
            <a:ext cx="1443909" cy="7448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802218" y="2992603"/>
            <a:ext cx="79779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18" y="4190057"/>
            <a:ext cx="1443909" cy="6841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0221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065993"/>
            <a:ext cx="1443909" cy="9322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155011"/>
            <a:ext cx="1443909" cy="7541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4871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9844"/>
            <a:ext cx="1443909" cy="96453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10852"/>
            <a:ext cx="1443909" cy="84251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259449"/>
            <a:ext cx="1443909" cy="54532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337567" y="2992603"/>
            <a:ext cx="644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171132"/>
            <a:ext cx="1443909" cy="72195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065993"/>
            <a:ext cx="1443909" cy="93223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8265" y="4052968"/>
            <a:ext cx="1443909" cy="95828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408265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22067"/>
            <a:ext cx="1443909" cy="8200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218862"/>
            <a:ext cx="1443909" cy="6264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052968"/>
            <a:ext cx="1443909" cy="95828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527" y="3248635"/>
            <a:ext cx="1443909" cy="2566949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01752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高いところから、表参道の並木通りを見下ろす。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ドローンは使わない。商業施設の上階などから。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人は入れず、景色だけ。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490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並木通りに寄っていく。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人は入れない。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83037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498" y="3709384"/>
            <a:ext cx="1489429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9388" y="3709384"/>
            <a:ext cx="133640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5_01_図面をなぞる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図面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8645"/>
            <a:ext cx="1765249" cy="95443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4905"/>
            <a:ext cx="1765249" cy="9619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490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6_02_職人が革を扱う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2347" y="3709384"/>
            <a:ext cx="1710488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39785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38-49秒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1" y="3709384"/>
            <a:ext cx="153432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51" y="3709384"/>
            <a:ext cx="1004885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444898" y="3453352"/>
            <a:ext cx="7335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49-56秒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280" y="3709384"/>
            <a:ext cx="1184487" cy="9929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4489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7_02_手渡しと笑顔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7031" y="3709384"/>
            <a:ext cx="794362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7_03_使っている手元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7365" y="3709384"/>
            <a:ext cx="1207073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56-61秒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30371"/>
            <a:ext cx="1765249" cy="75097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526" y="3709384"/>
            <a:ext cx="558536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工房の全体（広角の引き・固定）。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作業台の手元（寄り）。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ここまで三つとも、置く位置と画角を変えて固定で撮る。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機械と材料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書類とPCを入れる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小物を入れる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28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外から中へ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4711"/>
            <a:ext cx="1296318" cy="5472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38" y="4384711"/>
            <a:ext cx="1296318" cy="5472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99238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外から中へ入っていく。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全景の引きから、扉を抜けるところまで切らずに追う。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997" y="4384711"/>
            <a:ext cx="1296318" cy="5472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86997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中に入って、そのまま手元の寄りへ。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外から中への流れを一続きに見せる。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894795" y="3250012"/>
            <a:ext cx="688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商品と空間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795" y="4384275"/>
            <a:ext cx="1296318" cy="54810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94795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553" y="4362034"/>
            <a:ext cx="1296318" cy="59258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82553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312" y="4417260"/>
            <a:ext cx="1296318" cy="48213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70312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Jカットで、声が先に入りはじめる。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商品の寄り。話している内容に合わせて切り替える。質問テロップを入れる。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左上に質問テロップ。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声あり。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2026-09-10T04:06:21Z</dcterms:created>
  <dcterms:modified xsi:type="dcterms:W3CDTF">2026-09-10T04:06:21Z</dcterms:modified>
</cp:coreProperties>
</file>