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image" Target="../media/image-6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image" Target="../media/image-7-5.jpg"/><Relationship Id="rId7" Type="http://schemas.openxmlformats.org/officeDocument/2006/relationships/image" Target="../media/image-7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image" Target="../media/image-2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服装ごとに画が変わる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ASMRで製造の姿を撮る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暗めでエレガントにブランドを映す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鞄を持って街を歩く（海外ドラマ風）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OEM工房案内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製品の中身と使い勝手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手前を柱が横切る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ガラスの扉を通る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手前を人が横切る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合図は同じ「人」のまま、向きだけが逆になる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一度だけ横切って四色目まで進み、そこから先は通るたびに一つずつ戻る。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一か所で撮り切る。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同じ場所の画角を使い回し、人と服と色だけを入れ替える。場所は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遊びにも仕事にも通用するところ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参考動画はキャリーケースの広告で、旅の記号が強すぎる。こちらは鞄が主役なので、旅ではなく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日常の一日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床は磨かれた石か樹脂。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目地・段差・砂利・落ち葉を避ける。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キャスターが跳ねると、巻き戻しの横移動（S4）が使えなくなる。屋外の石畳とアスファルトは、この一本では使わない。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一色目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2_02_歩いてくる全身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878498"/>
            <a:ext cx="797243" cy="57509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ここが一色目。すまし顔。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707029"/>
            <a:ext cx="797243" cy="91803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68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5-10秒　｜　切り替わり＝手前を柱が横切る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4909459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柱が抜けると、服も鞄の色も変わっている。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3_02_三色目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4909459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68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手前を柱が横切る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ガラスの扉を通る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手前を人が横切る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合図は同じ「人」のまま、向きだけが逆になる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一度だけ横切って四色目まで進み、そこから先は通るたびに一つずつ戻る。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一か所で撮り切る。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同じ場所の画角を使い回し、人と服と色だけを入れ替える。場所は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遊びにも仕事にも通用するところ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参考動画はキャリーケースの広告で、旅の記号が強すぎる。こちらは鞄が主役なので、旅ではなく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日常の一日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床は磨かれた石か樹脂。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目地・段差・砂利・落ち葉を避ける。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キャスターが跳ねると、巻き戻しの横移動（S4）が使えなくなる。屋外の石畳とアスファルトは、この一本では使わない。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　｜　切り替わり＝ガラスの扉を通る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4_02_抜けたら四色目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扉を抜けると、服も鞄の色も変わっている。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歩く。</a:t>
            </a:r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68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　｜　切り替わり＝手前を人が横切る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6_03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6_04_腰より上_到着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4835749"/>
            <a:ext cx="797243" cy="91297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endParaRPr lang="en-US" sz="68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手前を柱が横切る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ガラスの扉を通る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手前を人が横切る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合図は同じ「人」のまま、向きだけが逆になる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一度だけ横切って四色目まで進み、そこから先は通るたびに一つずつ戻る。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一か所で撮り切る。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同じ場所の画角を使い回し、人と服と色だけを入れ替える。場所は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遊びにも仕事にも通用するところ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参考動画はキャリーケースの広告で、旅の記号が強すぎる。こちらは鞄が主役なので、旅ではなく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日常の一日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床は磨かれた石か樹脂。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目地・段差・砂利・落ち葉を避ける。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キャスターが跳ねると、巻き戻しの横移動（S4）が使えなくなる。屋外の石畳とアスファルトは、この一本では使わない。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042541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巻き戻る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20-27秒　｜　切り替わり＝人が通る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5_02_通路を歩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全体。人が通るたびに、一つ前の服と鞄に戻る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横移動で追う（三脚キャスター）。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進んだときと同じ画角・同じ立ち位置で撮る。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5_03_入口に着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508885" y="4201355"/>
            <a:ext cx="927133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四種類並べて終わる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27-35秒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7_02_全色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この画にテロップ「同じ道を、違う私で。」を重ねる。</a:t>
            </a:r>
            <a:endParaRPr lang="en-US" sz="540" dirty="0"/>
          </a:p>
        </p:txBody>
      </p:sp>
      <p:sp>
        <p:nvSpPr>
          <p:cNvPr id="36" name="Shape 30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4583574"/>
            <a:ext cx="797243" cy="141732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28625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64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95757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540243"/>
            <a:ext cx="839141" cy="104892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扱える革の量がそのまま画に入る。ここから工程が始まる。</a:t>
            </a:r>
            <a:endParaRPr lang="en-US" sz="580" dirty="0"/>
          </a:p>
        </p:txBody>
      </p:sp>
      <p:sp>
        <p:nvSpPr>
          <p:cNvPr id="23" name="Text 20"/>
          <p:cNvSpPr/>
          <p:nvPr/>
        </p:nvSpPr>
        <p:spPr>
          <a:xfrm>
            <a:off x="1662101" y="3936583"/>
            <a:ext cx="10118114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4-9秒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1662101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1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2101" y="4540243"/>
            <a:ext cx="839141" cy="1048927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662101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662101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8" name="Shape 24"/>
          <p:cNvSpPr/>
          <p:nvPr/>
        </p:nvSpPr>
        <p:spPr>
          <a:xfrm>
            <a:off x="2592683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683" y="4540243"/>
            <a:ext cx="839141" cy="1048927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92683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92683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裁断機に革を送る（横）。刃が入る一音。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523264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3_03_抜けたパー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264" y="4540243"/>
            <a:ext cx="839141" cy="104892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523264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523264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268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4_01_二枚を合わせ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734644" y="3936583"/>
            <a:ext cx="90455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13-19秒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5_01_針が上下す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644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73464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糸が締まる音。ここから縫いが始まる。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5_02_工房の引き_作業する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6205" y="4432786"/>
            <a:ext cx="910122" cy="11376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3620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580" dirty="0"/>
          </a:p>
        </p:txBody>
      </p:sp>
      <p:sp>
        <p:nvSpPr>
          <p:cNvPr id="36" name="Shape 30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5_03_手縫いで引き締め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767" y="4432786"/>
            <a:ext cx="910122" cy="11376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620" dirty="0"/>
          </a:p>
        </p:txBody>
      </p:sp>
      <p:sp>
        <p:nvSpPr>
          <p:cNvPr id="40" name="Shape 33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5_04_工房の引き_ミシンの前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9329" y="4432786"/>
            <a:ext cx="910122" cy="11376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73932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42714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縁を整える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6_01_刃で切り込みを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ここから仕上げに入る。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6_02_縫い代を開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縫い代を開いて、縁を平らに整える（斜め上から）。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裏の白い革と、表の色が同じ画に入る。</a:t>
            </a:r>
            <a:endParaRPr lang="en-US" sz="620" dirty="0"/>
          </a:p>
        </p:txBody>
      </p:sp>
      <p:sp>
        <p:nvSpPr>
          <p:cNvPr id="27" name="Shape 23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6_03_縁を指で起こ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4604" y="4432786"/>
            <a:ext cx="910122" cy="11376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1460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指で縁をつまんで起こす（寄り・両手）。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断面がまっすぐ立ち上がる。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6_04_断面に道具を当て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6165" y="4432786"/>
            <a:ext cx="910122" cy="113765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41616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断面に道具を当ててならす（横・寄り）。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ここまでで断面が整い、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次のコバ塗りに入れる状態になる。</a:t>
            </a:r>
            <a:endParaRPr lang="en-US" sz="580" dirty="0"/>
          </a:p>
        </p:txBody>
      </p:sp>
      <p:sp>
        <p:nvSpPr>
          <p:cNvPr id="35" name="Text 29"/>
          <p:cNvSpPr/>
          <p:nvPr/>
        </p:nvSpPr>
        <p:spPr>
          <a:xfrm>
            <a:off x="4737767" y="3936583"/>
            <a:ext cx="7042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25-31秒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7_01_コバ塗り_塗り進む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767" y="4378851"/>
            <a:ext cx="910122" cy="124552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塗った側と塗っていない側が同じ画面に入り、塗り終わるまで断面の色が変わっていく。</a:t>
            </a:r>
            <a:endParaRPr lang="en-US" sz="70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31-36秒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8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13599"/>
            <a:ext cx="837413" cy="104676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340333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8_02_立ち上がった形を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333" y="4413599"/>
            <a:ext cx="837413" cy="104676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40333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40333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立ち上がった形を両手で持って確かめる（胸の高さ）。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道具は持たない。引きと寄りのあいだをつなぐ一枚。</a:t>
            </a:r>
            <a:endParaRPr lang="en-US" sz="640" dirty="0"/>
          </a:p>
        </p:txBody>
      </p:sp>
      <p:sp>
        <p:nvSpPr>
          <p:cNvPr id="27" name="Shape 23"/>
          <p:cNvSpPr/>
          <p:nvPr/>
        </p:nvSpPr>
        <p:spPr>
          <a:xfrm>
            <a:off x="2269186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8_03_木槌で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9186" y="4413599"/>
            <a:ext cx="837413" cy="1046767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269186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269186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木槌で底を打つ（横・胸の高さ）。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打つ音を二つだけ拾う。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198040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8_04_道具でコバを整え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8040" y="4413599"/>
            <a:ext cx="837413" cy="1046767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198040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198040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塗り終わったコバを道具で整える（寄り）。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4126893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8_05_縁に印をつ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6893" y="4413599"/>
            <a:ext cx="837413" cy="1046767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4126893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4126893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36-40秒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9_01_縁を折り返す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最後の一手。縁を手で仕上げる（寄り）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9_02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ここで一つの鞄が揃う。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192615"/>
            <a:ext cx="912920" cy="162296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3335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0-3秒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05725"/>
            <a:ext cx="1443909" cy="105276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159698"/>
            <a:ext cx="1443909" cy="74482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802218" y="2992603"/>
            <a:ext cx="79779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3-7秒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80221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18" y="4190057"/>
            <a:ext cx="1443909" cy="68410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80221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80221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567" y="4065993"/>
            <a:ext cx="1443909" cy="93223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33756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916" y="4155011"/>
            <a:ext cx="1443909" cy="75419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872916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48712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7-11秒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49844"/>
            <a:ext cx="1443909" cy="96453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110852"/>
            <a:ext cx="1443909" cy="84251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178" y="4259449"/>
            <a:ext cx="1443909" cy="54532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8217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5337567" y="2992603"/>
            <a:ext cx="644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567" y="4171132"/>
            <a:ext cx="1443909" cy="72195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33756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916" y="4065993"/>
            <a:ext cx="1443909" cy="93223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872916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408265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8265" y="4052968"/>
            <a:ext cx="1443909" cy="95828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408265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408265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122067"/>
            <a:ext cx="1443909" cy="8200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218862"/>
            <a:ext cx="1443909" cy="62649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178" y="4052968"/>
            <a:ext cx="1443909" cy="95828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8217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501752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7527" y="3248635"/>
            <a:ext cx="1443909" cy="2566949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501752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01752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鞄を持って街を歩く（海外ドラマ風）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41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569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1956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657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027657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655786" y="3391647"/>
            <a:ext cx="7124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786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5578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875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6387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1963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271963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鞄を持って街を歩く（海外ドラマ風）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28869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367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223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353293" y="3391647"/>
            <a:ext cx="84269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293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353293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180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641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5067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750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490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高いところから、表参道の並木通りを見下ろす。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ドローンは使わない。商業施設の上階などから。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人は入れず、景色だけ。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72490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並木通りに寄っていく。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人は入れない。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83037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5335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9498" y="3709384"/>
            <a:ext cx="1489429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5657" y="3709384"/>
            <a:ext cx="1710488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9388" y="3709384"/>
            <a:ext cx="133640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5_01_図面をなぞる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490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図面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728645"/>
            <a:ext cx="1765249" cy="95443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4905"/>
            <a:ext cx="1765249" cy="96191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5335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24-38秒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490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5657" y="3709384"/>
            <a:ext cx="1710488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6_02_職人が革を扱う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2347" y="3709384"/>
            <a:ext cx="1710488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39785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38-49秒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41" y="3709384"/>
            <a:ext cx="153432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人は入れない。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8351" y="3709384"/>
            <a:ext cx="1004885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444898" y="3453352"/>
            <a:ext cx="73353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49-56秒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444489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5280" y="3709384"/>
            <a:ext cx="1184487" cy="99295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444489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44489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7_02_手渡しと笑顔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7031" y="3709384"/>
            <a:ext cx="794362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7_03_使っている手元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7365" y="3709384"/>
            <a:ext cx="1207073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56-61秒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30371"/>
            <a:ext cx="1765249" cy="75097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1526" y="3709384"/>
            <a:ext cx="558536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工房の全体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1_03_入口から通路の奥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工房の全体（広角の引き・固定）。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天井の照明が奥まで連なる。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まだ人の顔は出さない。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4_機械の前の作業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機械の前で作業している（引き）。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人は小さく、顔が分からない大きさで入れる。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作業台の手元（寄り）。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ここまで三つとも、置く位置と画角を変えて固定で撮る。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機械と材料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756" y="4108145"/>
            <a:ext cx="1762912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535" y="4108145"/>
            <a:ext cx="813896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548" y="4124662"/>
            <a:ext cx="1765249" cy="959919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98154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6_01_部品を手に取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924" y="4108145"/>
            <a:ext cx="79436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6_02_針が革に落ち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410" y="4108145"/>
            <a:ext cx="1038768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42" y="4108145"/>
            <a:ext cx="803883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手縫いにも対応しているので、手で縫うカットも一つ撮っておく。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テロップ「手縫い Hand Stitching」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7_01_光にかざ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23666"/>
            <a:ext cx="1765249" cy="96191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5848" y="4108145"/>
            <a:ext cx="1490106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2_03_職人の顔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930" y="4108145"/>
            <a:ext cx="14923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767" y="4108145"/>
            <a:ext cx="1626053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229132"/>
            <a:ext cx="1765249" cy="75097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08145"/>
            <a:ext cx="17652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4108145"/>
            <a:ext cx="1765249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08145"/>
            <a:ext cx="1765249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書類とPCを入れる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3612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703612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小物を入れる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23-28秒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100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310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720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79472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28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外から中へ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4711"/>
            <a:ext cx="1296318" cy="54723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99238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238" y="4384711"/>
            <a:ext cx="1296318" cy="54723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99238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99238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外から中へ入っていく。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全景の引きから、扉を抜けるところまで切らずに追う。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86997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997" y="4384711"/>
            <a:ext cx="1296318" cy="54723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86997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86997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中に入って、そのまま手元の寄りへ。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外から中への流れを一続きに見せる。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894795" y="3250012"/>
            <a:ext cx="6885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商品と空間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894795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795" y="4384275"/>
            <a:ext cx="1296318" cy="54810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894795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894795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82553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553" y="4362034"/>
            <a:ext cx="1296318" cy="59258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82553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82553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70312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0312" y="4417260"/>
            <a:ext cx="1296318" cy="482134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70312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70312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Jカットで、声が先に入りはじめる。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047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28180"/>
            <a:ext cx="1155098" cy="40923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バストショット。植物を置いてボカす。話した言葉をそのままテロップで出す。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質問は入れず、答えから始める。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右下に「購入者 Aさん」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のテロップ。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328180"/>
            <a:ext cx="1155098" cy="40923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328180"/>
            <a:ext cx="1155098" cy="40923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商品の寄り。話している内容に合わせて切り替える。質問テロップを入れる。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730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328180"/>
            <a:ext cx="1155098" cy="40923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左上に質問テロップ。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328180"/>
            <a:ext cx="1155098" cy="40923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28180"/>
            <a:ext cx="1155098" cy="409235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368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430685"/>
            <a:ext cx="1299116" cy="4602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声あり。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430685"/>
            <a:ext cx="1299116" cy="46025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430685"/>
            <a:ext cx="1299116" cy="46025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6877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430685"/>
            <a:ext cx="1299116" cy="46025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746" y="4430685"/>
            <a:ext cx="1299116" cy="46025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9374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302" y="4430685"/>
            <a:ext cx="1299116" cy="46025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84302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368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6170"/>
            <a:ext cx="1299116" cy="54928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386170"/>
            <a:ext cx="1299116" cy="54928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386170"/>
            <a:ext cx="1299116" cy="54928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6877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295437"/>
            <a:ext cx="1299116" cy="7307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2026-09-10T04:37:55Z</dcterms:created>
  <dcterms:modified xsi:type="dcterms:W3CDTF">2026-09-10T04:37:55Z</dcterms:modified>
</cp:coreProperties>
</file>