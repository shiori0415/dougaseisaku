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://youtube.com/shorts/c2mH8rStFCA" TargetMode="External"/><Relationship Id="rId3" Type="http://schemas.openxmlformats.org/officeDocument/2006/relationships/hyperlink" Target="https://www.instagram.com/reel/DbAniDDyF0U/" TargetMode="External"/><Relationship Id="rId4" Type="http://schemas.openxmlformats.org/officeDocument/2006/relationships/hyperlink" Target="https://www.instagram.com/reels/DWiwFp5DED-/" TargetMode="External"/><Relationship Id="rId5" Type="http://schemas.openxmlformats.org/officeDocument/2006/relationships/hyperlink" Target="https://www.instagram.com/reels/DcOkNyyoFFJ/" TargetMode="External"/><Relationship Id="rId6" Type="http://schemas.openxmlformats.org/officeDocument/2006/relationships/hyperlink" Target="https://www.instagram.com/reel/DaxjHnkB62p/" TargetMode="External"/><Relationship Id="rId7" Type="http://schemas.openxmlformats.org/officeDocument/2006/relationships/hyperlink" Target="https://www.youtube.com/watch?v=4DEy0CAg43s" TargetMode="External"/><Relationship Id="rId8" Type="http://schemas.openxmlformats.org/officeDocument/2006/relationships/hyperlink" Target="https://youtu.be/OU-qyAcn2YM" TargetMode="External"/><Relationship Id="rId9" Type="http://schemas.openxmlformats.org/officeDocument/2006/relationships/hyperlink" Target="https://youtu.be/OPDWrOeD-gU" TargetMode="External"/><Relationship Id="rId10" Type="http://schemas.openxmlformats.org/officeDocument/2006/relationships/hyperlink" Target="https://www.instagram.com/reel/DZE-_hZuwXb/" TargetMode="External"/><Relationship Id="rId11" Type="http://schemas.openxmlformats.org/officeDocument/2006/relationships/hyperlink" Target="https://www.instagram.com/reel/DaorwuKvWAj/" TargetMode="Externa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image" Target="../media/image-3-7.jpg"/><Relationship Id="rId9" Type="http://schemas.openxmlformats.org/officeDocument/2006/relationships/image" Target="../media/image-3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4-1.jpg"/><Relationship Id="rId4" Type="http://schemas.openxmlformats.org/officeDocument/2006/relationships/image" Target="../media/image-4-2.jpg"/><Relationship Id="rId5" Type="http://schemas.openxmlformats.org/officeDocument/2006/relationships/image" Target="../media/image-4-3.jpg"/><Relationship Id="rId6" Type="http://schemas.openxmlformats.org/officeDocument/2006/relationships/image" Target="../media/image-4-4.jpg"/><Relationship Id="rId7" Type="http://schemas.openxmlformats.org/officeDocument/2006/relationships/image" Target="../media/image-4-5.jpg"/><Relationship Id="rId8" Type="http://schemas.openxmlformats.org/officeDocument/2006/relationships/image" Target="../media/image-4-6.jpg"/><Relationship Id="rId9" Type="http://schemas.openxmlformats.org/officeDocument/2006/relationships/image" Target="../media/image-4-7.jpg"/><Relationship Id="rId10" Type="http://schemas.openxmlformats.org/officeDocument/2006/relationships/image" Target="../media/image-4-8.jpg"/><Relationship Id="rId11" Type="http://schemas.openxmlformats.org/officeDocument/2006/relationships/image" Target="../media/image-4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image" Target="../media/image-5-5.jpg"/><Relationship Id="rId7" Type="http://schemas.openxmlformats.org/officeDocument/2006/relationships/image" Target="../media/image-5-6.jpg"/><Relationship Id="rId8" Type="http://schemas.openxmlformats.org/officeDocument/2006/relationships/image" Target="../media/image-5-7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6-1.jpg"/><Relationship Id="rId4" Type="http://schemas.openxmlformats.org/officeDocument/2006/relationships/image" Target="../media/image-6-2.jpg"/><Relationship Id="rId5" Type="http://schemas.openxmlformats.org/officeDocument/2006/relationships/image" Target="../media/image-6-3.jpg"/><Relationship Id="rId6" Type="http://schemas.openxmlformats.org/officeDocument/2006/relationships/image" Target="../media/image-6-4.jpg"/><Relationship Id="rId7" Type="http://schemas.openxmlformats.org/officeDocument/2006/relationships/image" Target="../media/image-6-5.jpg"/><Relationship Id="rId8" Type="http://schemas.openxmlformats.org/officeDocument/2006/relationships/image" Target="../media/image-6-6.jpg"/><Relationship Id="rId9" Type="http://schemas.openxmlformats.org/officeDocument/2006/relationships/image" Target="../media/image-6-7.jpg"/><Relationship Id="rId10" Type="http://schemas.openxmlformats.org/officeDocument/2006/relationships/image" Target="../media/image-6-8.jpg"/><Relationship Id="rId11" Type="http://schemas.openxmlformats.org/officeDocument/2006/relationships/image" Target="../media/image-6-9.jpg"/><Relationship Id="rId12" Type="http://schemas.openxmlformats.org/officeDocument/2006/relationships/image" Target="../media/image-6-10.jpg"/><Relationship Id="rId13" Type="http://schemas.openxmlformats.org/officeDocument/2006/relationships/image" Target="../media/image-6-11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9-1.jpg"/><Relationship Id="rId4" Type="http://schemas.openxmlformats.org/officeDocument/2006/relationships/image" Target="../media/image-9-2.jpg"/><Relationship Id="rId5" Type="http://schemas.openxmlformats.org/officeDocument/2006/relationships/image" Target="../media/image-9-3.jpg"/><Relationship Id="rId6" Type="http://schemas.openxmlformats.org/officeDocument/2006/relationships/image" Target="../media/image-9-4.jpg"/><Relationship Id="rId7" Type="http://schemas.openxmlformats.org/officeDocument/2006/relationships/image" Target="../media/image-9-5.jpg"/><Relationship Id="rId8" Type="http://schemas.openxmlformats.org/officeDocument/2006/relationships/image" Target="../media/image-9-6.jpg"/><Relationship Id="rId9" Type="http://schemas.openxmlformats.org/officeDocument/2006/relationships/image" Target="../media/image-9-7.jpg"/><Relationship Id="rId10" Type="http://schemas.openxmlformats.org/officeDocument/2006/relationships/image" Target="../media/image-9-8.jpg"/><Relationship Id="rId11" Type="http://schemas.openxmlformats.org/officeDocument/2006/relationships/image" Target="../media/image-9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2026年9月3日　第4版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4本目と7本目は参考動画があり、絵コンテの写真もそこから抜いています。5本目は参考動画が決まりました（写真はまだ抜いていません）。6・8本目は参考動画・詳細をいただき次第、同じ形式で内容を確定しま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今日の服に、合う色。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Royale M Tote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ロワイヤルMトートの作りかた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絵になる日常を。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Everyday, Worth a Frame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仕事道具として買う人・贈る人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（yifan.liii × COACH）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1979年から、東京で。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Since 1979, Tokyo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 ×1／60秒短縮版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9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（コーポレートムービー・写真は未抽出）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つくる、確かめる、包む。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Make. Check. Pack.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参考動画：未定（工場見学ワンテイク型を推奨）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HURRY UP.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急ぐ朝ほど、迷わない。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×3品番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0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購入者インタビュー（仮タイトル）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 (Title TBD)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尺・ショット数＝未定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参考動画：未定（購入者インタビュー型を推奨）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054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010891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12059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3941750"/>
            <a:ext cx="3063240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6976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70934"/>
            <a:ext cx="2697480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4685614"/>
            <a:ext cx="2697480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528779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48896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0-4秒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玄関。財布をポケットに入れる（寄り）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ドアノブに手がかかる（超寄り）</a:t>
            </a:r>
            <a:endParaRPr lang="en-US" sz="720" dirty="0"/>
          </a:p>
        </p:txBody>
      </p:sp>
      <p:pic>
        <p:nvPicPr>
          <p:cNvPr id="24" name="Image 0" descr="/home/user/dougaseisaku/assets/ref4/1_S1_03_玄関を出た引き.jpg">    </p:cNvPr>
          <p:cNvPicPr>
            <a:picLocks noChangeAspect="1"/>
          </p:cNvPicPr>
          <p:nvPr/>
        </p:nvPicPr>
        <p:blipFill>
          <a:blip r:embed="rId2"/>
          <a:srcRect l="0" r="0" t="26764" b="26764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ドアが開き、外へ出る（引き・逆光）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変わる①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4-9秒</a:t>
            </a:r>
            <a:endParaRPr lang="en-US" sz="1050" dirty="0"/>
          </a:p>
        </p:txBody>
      </p:sp>
      <p:pic>
        <p:nvPicPr>
          <p:cNvPr id="28" name="Image 1" descr="/home/user/dougaseisaku/assets/ref4/1_S2_01_同じ画角で服が変わる.jpg">    </p:cNvPr>
          <p:cNvPicPr>
            <a:picLocks noChangeAspect="1"/>
          </p:cNvPicPr>
          <p:nvPr/>
        </p:nvPicPr>
        <p:blipFill>
          <a:blip r:embed="rId3"/>
          <a:srcRect l="0" r="0" t="26764" b="26764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同じ画角のまま服が変わっている。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小物の色も変わる</a:t>
            </a:r>
            <a:endParaRPr lang="en-US" sz="720" dirty="0"/>
          </a:p>
        </p:txBody>
      </p:sp>
      <p:pic>
        <p:nvPicPr>
          <p:cNvPr id="31" name="Image 2" descr="/home/user/dougaseisaku/assets/ref4/1_S2_02_通り過ぎてトランジション.jpg">    </p:cNvPr>
          <p:cNvPicPr>
            <a:picLocks noChangeAspect="1"/>
          </p:cNvPicPr>
          <p:nvPr/>
        </p:nvPicPr>
        <p:blipFill>
          <a:blip r:embed="rId4"/>
          <a:srcRect l="0" r="0" t="26764" b="26764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32" name="Shape 27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車が横切る → 抜けたら別の服・別の色</a:t>
            </a:r>
            <a:endParaRPr lang="en-US" sz="720" dirty="0"/>
          </a:p>
        </p:txBody>
      </p:sp>
      <p:pic>
        <p:nvPicPr>
          <p:cNvPr id="34" name="Image 3" descr="/home/user/dougaseisaku/assets/ref4/1_S2_03_別の色の小物.jpg">    </p:cNvPr>
          <p:cNvPicPr>
            <a:picLocks noChangeAspect="1"/>
          </p:cNvPicPr>
          <p:nvPr/>
        </p:nvPicPr>
        <p:blipFill>
          <a:blip r:embed="rId5"/>
          <a:srcRect l="0" r="0" t="26764" b="26764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手元の小物だけに寄る（キャメル）</a:t>
            </a:r>
            <a:endParaRPr lang="en-US" sz="720" dirty="0"/>
          </a:p>
        </p:txBody>
      </p:sp>
      <p:sp>
        <p:nvSpPr>
          <p:cNvPr id="37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変わる②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9-15秒</a:t>
            </a:r>
            <a:endParaRPr lang="en-US" sz="1050" dirty="0"/>
          </a:p>
        </p:txBody>
      </p:sp>
      <p:pic>
        <p:nvPicPr>
          <p:cNvPr id="38" name="Image 4" descr="/home/user/dougaseisaku/assets/ref4/1_S3_01_さらに別の色.jpg">    </p:cNvPr>
          <p:cNvPicPr>
            <a:picLocks noChangeAspect="1"/>
          </p:cNvPicPr>
          <p:nvPr/>
        </p:nvPicPr>
        <p:blipFill>
          <a:blip r:embed="rId6"/>
          <a:srcRect l="0" r="0" t="26764" b="26764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 → 抜けたら変わっている</a:t>
            </a:r>
            <a:endParaRPr lang="en-US" sz="720" dirty="0"/>
          </a:p>
        </p:txBody>
      </p:sp>
      <p:pic>
        <p:nvPicPr>
          <p:cNvPr id="41" name="Image 5" descr="/home/user/dougaseisaku/assets/ref4/1_S3_02_建物内で変わる.jpg">    </p:cNvPr>
          <p:cNvPicPr>
            <a:picLocks noChangeAspect="1"/>
          </p:cNvPicPr>
          <p:nvPr/>
        </p:nvPicPr>
        <p:blipFill>
          <a:blip r:embed="rId7"/>
          <a:srcRect l="0" r="0" t="26764" b="26764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エスカレーターを上がりきると変わっている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37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38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歩く足元（ロー）。手元の色だけが見える</a:t>
            </a:r>
            <a:endParaRPr lang="en-US" sz="720" dirty="0"/>
          </a:p>
        </p:txBody>
      </p:sp>
      <p:sp>
        <p:nvSpPr>
          <p:cNvPr id="47" name="Text 39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到着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15-20秒</a:t>
            </a:r>
            <a:endParaRPr lang="en-US" sz="1050" dirty="0"/>
          </a:p>
        </p:txBody>
      </p:sp>
      <p:pic>
        <p:nvPicPr>
          <p:cNvPr id="48" name="Image 6" descr="/home/user/dougaseisaku/assets/ref4/1_S4_01_到着.jpg">    </p:cNvPr>
          <p:cNvPicPr>
            <a:picLocks noChangeAspect="1"/>
          </p:cNvPicPr>
          <p:nvPr/>
        </p:nvPicPr>
        <p:blipFill>
          <a:blip r:embed="rId8"/>
          <a:srcRect l="0" r="0" t="26764" b="26764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9" name="Shape 40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41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会社のエントランス。ここが到着点</a:t>
            </a:r>
            <a:endParaRPr lang="en-US" sz="720" dirty="0"/>
          </a:p>
        </p:txBody>
      </p:sp>
      <p:pic>
        <p:nvPicPr>
          <p:cNvPr id="51" name="Image 7" descr="/home/user/dougaseisaku/assets/ref4/1_S4_02_全色が並ぶ.jpg">    </p:cNvPr>
          <p:cNvPicPr>
            <a:picLocks noChangeAspect="1"/>
          </p:cNvPicPr>
          <p:nvPr/>
        </p:nvPicPr>
        <p:blipFill>
          <a:blip r:embed="rId9"/>
          <a:srcRect l="0" r="0" t="26764" b="26764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52" name="Shape 42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真俯瞰。四色が並ぶ</a:t>
            </a:r>
            <a:endParaRPr lang="en-US" sz="720" dirty="0"/>
          </a:p>
        </p:txBody>
      </p:sp>
      <p:sp>
        <p:nvSpPr>
          <p:cNvPr id="54" name="Shape 44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45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46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1.5秒 → ロゴ 0.5秒</a:t>
            </a:r>
            <a:endParaRPr lang="en-US" sz="720" dirty="0"/>
          </a:p>
        </p:txBody>
      </p:sp>
      <p:sp>
        <p:nvSpPr>
          <p:cNvPr id="57" name="Text 47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48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10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836" dirty="0"/>
          </a:p>
        </p:txBody>
      </p:sp>
      <p:sp>
        <p:nvSpPr>
          <p:cNvPr id="9" name="Text 7"/>
          <p:cNvSpPr/>
          <p:nvPr/>
        </p:nvSpPr>
        <p:spPr>
          <a:xfrm>
            <a:off x="411480" y="303758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38754"/>
            <a:ext cx="3063240" cy="482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11480" y="3898438"/>
            <a:ext cx="3063240" cy="10886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2645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27622"/>
            <a:ext cx="2697480" cy="325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594360" y="4607903"/>
            <a:ext cx="2697480" cy="23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6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836" dirty="0"/>
          </a:p>
        </p:txBody>
      </p:sp>
      <p:sp>
        <p:nvSpPr>
          <p:cNvPr id="15" name="Text 13"/>
          <p:cNvSpPr/>
          <p:nvPr/>
        </p:nvSpPr>
        <p:spPr>
          <a:xfrm>
            <a:off x="411480" y="516415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365322"/>
            <a:ext cx="3063240" cy="73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76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0-3秒</a:t>
            </a:r>
            <a:endParaRPr lang="en-US" sz="1050" dirty="0"/>
          </a:p>
        </p:txBody>
      </p:sp>
      <p:pic>
        <p:nvPicPr>
          <p:cNvPr id="18" name="Image 0" descr="/home/user/dougaseisaku/assets/ref4/2_S1_01_刃が革に入る.jpg">    </p:cNvPr>
          <p:cNvPicPr>
            <a:picLocks noChangeAspect="1"/>
          </p:cNvPicPr>
          <p:nvPr/>
        </p:nvPicPr>
        <p:blipFill>
          <a:blip r:embed="rId3"/>
          <a:srcRect l="0" r="0" t="40140" b="40140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超マクロ。刃が革に入る瞬間。何を見ているか分からない距離</a:t>
            </a:r>
            <a:endParaRPr lang="en-US" sz="720" dirty="0"/>
          </a:p>
        </p:txBody>
      </p:sp>
      <p:sp>
        <p:nvSpPr>
          <p:cNvPr id="21" name="Shape 18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「スッ」の一音だけ。BGMは鳴らさない</a:t>
            </a:r>
            <a:endParaRPr lang="en-US" sz="720" dirty="0"/>
          </a:p>
        </p:txBody>
      </p:sp>
      <p:sp>
        <p:nvSpPr>
          <p:cNvPr id="24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切る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3-14秒</a:t>
            </a:r>
            <a:endParaRPr lang="en-US" sz="1050" dirty="0"/>
          </a:p>
        </p:txBody>
      </p:sp>
      <p:pic>
        <p:nvPicPr>
          <p:cNvPr id="25" name="Image 1" descr="/home/user/dougaseisaku/assets/ref4/2_S2_01_金属定規で直線.jpg">    </p:cNvPr>
          <p:cNvPicPr>
            <a:picLocks noChangeAspect="1"/>
          </p:cNvPicPr>
          <p:nvPr/>
        </p:nvPicPr>
        <p:blipFill>
          <a:blip r:embed="rId4"/>
          <a:srcRect l="0" r="0" t="40140" b="40140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金属定規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を当てて直線を一気に引く</a:t>
            </a:r>
            <a:endParaRPr lang="en-US" sz="720" dirty="0"/>
          </a:p>
        </p:txBody>
      </p:sp>
      <p:pic>
        <p:nvPicPr>
          <p:cNvPr id="28" name="Image 2" descr="/home/user/dougaseisaku/assets/ref4/2_S2_02_角を丸く回す.jpg">    </p:cNvPr>
          <p:cNvPicPr>
            <a:picLocks noChangeAspect="1"/>
          </p:cNvPicPr>
          <p:nvPr/>
        </p:nvPicPr>
        <p:blipFill>
          <a:blip r:embed="rId5"/>
          <a:srcRect l="0" r="0" t="40140" b="40140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四十五度。角を丸く回して切る</a:t>
            </a:r>
            <a:endParaRPr lang="en-US" sz="720" dirty="0"/>
          </a:p>
        </p:txBody>
      </p:sp>
      <p:pic>
        <p:nvPicPr>
          <p:cNvPr id="31" name="Image 3" descr="/home/user/dougaseisaku/assets/ref4/2_S2_03_作業台と職人.jpg">    </p:cNvPr>
          <p:cNvPicPr>
            <a:picLocks noChangeAspect="1"/>
          </p:cNvPicPr>
          <p:nvPr/>
        </p:nvPicPr>
        <p:blipFill>
          <a:blip r:embed="rId6"/>
          <a:srcRect l="0" r="0" t="35111" b="35111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真俯瞰。作業台と職人の手全体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34" name="Text 28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縫う・塗る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14-31秒</a:t>
            </a:r>
            <a:endParaRPr lang="en-US" sz="1050" dirty="0"/>
          </a:p>
        </p:txBody>
      </p:sp>
      <p:pic>
        <p:nvPicPr>
          <p:cNvPr id="35" name="Image 4" descr="/home/user/dougaseisaku/assets/ref4/2_S3_01_針と糸.jpg">    </p:cNvPr>
          <p:cNvPicPr>
            <a:picLocks noChangeAspect="1"/>
          </p:cNvPicPr>
          <p:nvPr/>
        </p:nvPicPr>
        <p:blipFill>
          <a:blip r:embed="rId7"/>
          <a:srcRect l="0" r="0" t="40140" b="40140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真俯瞰。針が革を抜ける</a:t>
            </a:r>
            <a:endParaRPr lang="en-US" sz="720" dirty="0"/>
          </a:p>
        </p:txBody>
      </p:sp>
      <p:pic>
        <p:nvPicPr>
          <p:cNvPr id="38" name="Image 5" descr="/home/user/dougaseisaku/assets/ref4/2_S3_02_横から目のアップ.jpg">    </p:cNvPr>
          <p:cNvPicPr>
            <a:picLocks noChangeAspect="1"/>
          </p:cNvPicPr>
          <p:nvPr/>
        </p:nvPicPr>
        <p:blipFill>
          <a:blip r:embed="rId8"/>
          <a:srcRect l="0" r="0" t="34394" b="34394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9" name="Shape 31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横から。目だけのアップ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。顔全体は入れない</a:t>
            </a:r>
            <a:endParaRPr lang="en-US" sz="720" dirty="0"/>
          </a:p>
        </p:txBody>
      </p:sp>
      <p:pic>
        <p:nvPicPr>
          <p:cNvPr id="41" name="Image 6" descr="/home/user/dougaseisaku/assets/ref4/2_S3_03b_コバ塗り_ワンカット.jpg">    </p:cNvPr>
          <p:cNvPicPr>
            <a:picLocks noChangeAspect="1"/>
          </p:cNvPicPr>
          <p:nvPr/>
        </p:nvPicPr>
        <p:blipFill>
          <a:blip r:embed="rId9"/>
          <a:srcRect l="0" r="0" t="38940" b="38940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 ★核。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塗った側と塗っていない側が同じ画面に入る。長回し・カットを割らない</a:t>
            </a:r>
            <a:endParaRPr lang="en-US" sz="720" dirty="0"/>
          </a:p>
        </p:txBody>
      </p:sp>
      <p:sp>
        <p:nvSpPr>
          <p:cNvPr id="44" name="Text 3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磨く・終わり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31-40秒</a:t>
            </a:r>
            <a:endParaRPr lang="en-US" sz="1050" dirty="0"/>
          </a:p>
        </p:txBody>
      </p:sp>
      <p:pic>
        <p:nvPicPr>
          <p:cNvPr id="45" name="Image 7" descr="/home/user/dougaseisaku/assets/ref4/2_S4_01_仕上げ剤を取る.jpg">    </p:cNvPr>
          <p:cNvPicPr>
            <a:picLocks noChangeAspect="1"/>
          </p:cNvPicPr>
          <p:nvPr/>
        </p:nvPicPr>
        <p:blipFill>
          <a:blip r:embed="rId10"/>
          <a:srcRect l="0" r="0" t="40140" b="40140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超マクロ。コバを磨く。摩擦音</a:t>
            </a:r>
            <a:endParaRPr lang="en-US" sz="720" dirty="0"/>
          </a:p>
        </p:txBody>
      </p:sp>
      <p:sp>
        <p:nvSpPr>
          <p:cNvPr id="48" name="Shape 38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3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0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手が止まる。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職人の声が一言だけ入る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（台本なし）</a:t>
            </a:r>
            <a:endParaRPr lang="en-US" sz="720" dirty="0"/>
          </a:p>
        </p:txBody>
      </p:sp>
      <p:pic>
        <p:nvPicPr>
          <p:cNvPr id="51" name="Image 8" descr="/home/user/dougaseisaku/assets/ref4/2_S4_03_使われる場所.jpg">    </p:cNvPr>
          <p:cNvPicPr>
            <a:picLocks noChangeAspect="1"/>
          </p:cNvPicPr>
          <p:nvPr/>
        </p:nvPicPr>
        <p:blipFill>
          <a:blip r:embed="rId11"/>
          <a:srcRect l="0" r="0" t="40140" b="40140"/>
          <a:stretch/>
        </p:blipFill>
        <p:spPr>
          <a:xfrm>
            <a:off x="9520733" y="5223510"/>
            <a:ext cx="2259482" cy="678942"/>
          </a:xfrm>
          <a:prstGeom prst="rect">
            <a:avLst/>
          </a:prstGeom>
        </p:spPr>
      </p:pic>
      <p:sp>
        <p:nvSpPr>
          <p:cNvPr id="52" name="Shape 41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使われている場所に置かれる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テロップ → ロゴ</a:t>
            </a:r>
            <a:endParaRPr lang="en-US" sz="720" dirty="0"/>
          </a:p>
        </p:txBody>
      </p:sp>
      <p:sp>
        <p:nvSpPr>
          <p:cNvPr id="54" name="Text 4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5" name="Text 4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9ショット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闇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0-5秒</a:t>
            </a:r>
            <a:endParaRPr lang="en-US" sz="1050" dirty="0"/>
          </a:p>
        </p:txBody>
      </p:sp>
      <p:pic>
        <p:nvPicPr>
          <p:cNvPr id="14" name="Image 0" descr="/home/user/dougaseisaku/assets/ref4/3_S1_02_黒の中の光.jpg">    </p:cNvPr>
          <p:cNvPicPr>
            <a:picLocks noChangeAspect="1"/>
          </p:cNvPicPr>
          <p:nvPr/>
        </p:nvPicPr>
        <p:blipFill>
          <a:blip r:embed="rId2"/>
          <a:srcRect l="0" r="0" t="26764" b="26764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真っ黒。細い光の帯が、革の断面だけを照らす</a:t>
            </a:r>
            <a:endParaRPr lang="en-US" sz="720" dirty="0"/>
          </a:p>
        </p:txBody>
      </p:sp>
      <p:pic>
        <p:nvPicPr>
          <p:cNvPr id="17" name="Image 1" descr="/home/user/dougaseisaku/assets/ref4/3_S1_01_道具が並ぶ.jpg">    </p:cNvPr>
          <p:cNvPicPr>
            <a:picLocks noChangeAspect="1"/>
          </p:cNvPicPr>
          <p:nvPr/>
        </p:nvPicPr>
        <p:blipFill>
          <a:blip r:embed="rId3"/>
          <a:srcRect l="0" r="0" t="26764" b="26764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黒の上に道具だけが並ぶ（真俯瞰）</a:t>
            </a:r>
            <a:endParaRPr lang="en-US" sz="720" dirty="0"/>
          </a:p>
        </p:txBody>
      </p:sp>
      <p:sp>
        <p:nvSpPr>
          <p:cNvPr id="20" name="Shape 16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1" name="Text 17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2" name="Text 18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無音から、低いBGMが立ち上がる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5-15秒</a:t>
            </a:r>
            <a:endParaRPr lang="en-US" sz="1050" dirty="0"/>
          </a:p>
        </p:txBody>
      </p:sp>
      <p:pic>
        <p:nvPicPr>
          <p:cNvPr id="24" name="Image 2" descr="/home/user/dougaseisaku/assets/ref4/3_S2_01_手で革を折る.jpg">    </p:cNvPr>
          <p:cNvPicPr>
            <a:picLocks noChangeAspect="1"/>
          </p:cNvPicPr>
          <p:nvPr/>
        </p:nvPicPr>
        <p:blipFill>
          <a:blip r:embed="rId4"/>
          <a:srcRect l="0" r="0" t="26764" b="26764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手だけ。革を折り、角を作る。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</a:t>
            </a:r>
            <a:endParaRPr lang="en-US" sz="720" dirty="0"/>
          </a:p>
        </p:txBody>
      </p:sp>
      <p:pic>
        <p:nvPicPr>
          <p:cNvPr id="27" name="Image 3" descr="/home/user/dougaseisaku/assets/ref4/3_S2_02_角を作る.jpg">    </p:cNvPr>
          <p:cNvPicPr>
            <a:picLocks noChangeAspect="1"/>
          </p:cNvPicPr>
          <p:nvPr/>
        </p:nvPicPr>
        <p:blipFill>
          <a:blip r:embed="rId5"/>
          <a:srcRect l="0" r="0" t="26764" b="26764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角が立ち上がる（超マクロ）</a:t>
            </a:r>
            <a:endParaRPr lang="en-US" sz="720" dirty="0"/>
          </a:p>
        </p:txBody>
      </p:sp>
      <p:pic>
        <p:nvPicPr>
          <p:cNvPr id="30" name="Image 4" descr="/home/user/dougaseisaku/assets/ref4/3_S2_03_白手袋と金具.jpg">    </p:cNvPr>
          <p:cNvPicPr>
            <a:picLocks noChangeAspect="1"/>
          </p:cNvPicPr>
          <p:nvPr/>
        </p:nvPicPr>
        <p:blipFill>
          <a:blip r:embed="rId6"/>
          <a:srcRect l="0" r="0" t="26764" b="26764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で金具を持ち、取り付ける。金属が触れる音</a:t>
            </a:r>
            <a:endParaRPr lang="en-US" sz="720" dirty="0"/>
          </a:p>
        </p:txBody>
      </p:sp>
      <p:sp>
        <p:nvSpPr>
          <p:cNvPr id="33" name="Text 26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コバ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15-24秒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28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29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コバに染料を入れる（超マクロ）</a:t>
            </a:r>
            <a:endParaRPr lang="en-US" sz="720" dirty="0"/>
          </a:p>
        </p:txBody>
      </p:sp>
      <p:pic>
        <p:nvPicPr>
          <p:cNvPr id="37" name="Image 5" descr="/home/user/dougaseisaku/assets/ref4/3_S3_02_磨く.jpg">    </p:cNvPr>
          <p:cNvPicPr>
            <a:picLocks noChangeAspect="1"/>
          </p:cNvPicPr>
          <p:nvPr/>
        </p:nvPicPr>
        <p:blipFill>
          <a:blip r:embed="rId7"/>
          <a:srcRect l="0" r="0" t="26764" b="26764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磨く。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光が断面に反射する角度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を探す</a:t>
            </a:r>
            <a:endParaRPr lang="en-US" sz="720" dirty="0"/>
          </a:p>
        </p:txBody>
      </p:sp>
      <p:pic>
        <p:nvPicPr>
          <p:cNvPr id="40" name="Image 6" descr="/home/user/dougaseisaku/assets/ref4/3_S3_03_完成品.jpg">    </p:cNvPr>
          <p:cNvPicPr>
            <a:picLocks noChangeAspect="1"/>
          </p:cNvPicPr>
          <p:nvPr/>
        </p:nvPicPr>
        <p:blipFill>
          <a:blip r:embed="rId8"/>
          <a:srcRect l="0" r="0" t="26764" b="26764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3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完成品が黒の中に浮かぶ。上から一灯だけ</a:t>
            </a:r>
            <a:endParaRPr lang="en-US" sz="720" dirty="0"/>
          </a:p>
        </p:txBody>
      </p:sp>
      <p:sp>
        <p:nvSpPr>
          <p:cNvPr id="43" name="Text 34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24-28秒</a:t>
            </a:r>
            <a:endParaRPr lang="en-US" sz="1050" dirty="0"/>
          </a:p>
        </p:txBody>
      </p:sp>
      <p:sp>
        <p:nvSpPr>
          <p:cNvPr id="44" name="Shape 35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47" name="Text 38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8" name="Text 39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COACH・11.8万いいね）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64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街に出る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0-8秒</a:t>
            </a:r>
            <a:endParaRPr lang="en-US" sz="1050" dirty="0"/>
          </a:p>
        </p:txBody>
      </p:sp>
      <p:pic>
        <p:nvPicPr>
          <p:cNvPr id="14" name="Image 0" descr="/home/user/dougaseisaku/assets/ref4/4_S1_01_ガラスの反射.jpg">    </p:cNvPr>
          <p:cNvPicPr>
            <a:picLocks noChangeAspect="1"/>
          </p:cNvPicPr>
          <p:nvPr/>
        </p:nvPicPr>
        <p:blipFill>
          <a:blip r:embed="rId3"/>
          <a:srcRect l="0" r="0" t="30093" b="30093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店のガラスの反射に映る（引き）</a:t>
            </a:r>
            <a:endParaRPr lang="en-US" sz="720" dirty="0"/>
          </a:p>
        </p:txBody>
      </p:sp>
      <p:pic>
        <p:nvPicPr>
          <p:cNvPr id="17" name="Image 1" descr="/home/user/dougaseisaku/assets/ref4/4_S1_02_街を歩く.jpg">    </p:cNvPr>
          <p:cNvPicPr>
            <a:picLocks noChangeAspect="1"/>
          </p:cNvPicPr>
          <p:nvPr/>
        </p:nvPicPr>
        <p:blipFill>
          <a:blip r:embed="rId4"/>
          <a:srcRect l="0" r="0" t="30093" b="30093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街を歩く。横移動で追う</a:t>
            </a:r>
            <a:endParaRPr lang="en-US" sz="720" dirty="0"/>
          </a:p>
        </p:txBody>
      </p:sp>
      <p:pic>
        <p:nvPicPr>
          <p:cNvPr id="20" name="Image 2" descr="/home/user/dougaseisaku/assets/ref4/4_S1_03_電車が通り過ぎる.jpg">    </p:cNvPr>
          <p:cNvPicPr>
            <a:picLocks noChangeAspect="1"/>
          </p:cNvPicPr>
          <p:nvPr/>
        </p:nvPicPr>
        <p:blipFill>
          <a:blip r:embed="rId5"/>
          <a:srcRect l="0" r="0" t="30093" b="30093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電車が通り過ぎる（ブレ＝トランジション）</a:t>
            </a:r>
            <a:endParaRPr lang="en-US" sz="720" dirty="0"/>
          </a:p>
        </p:txBody>
      </p:sp>
      <p:sp>
        <p:nvSpPr>
          <p:cNvPr id="23" name="Text 18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中身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8-17秒</a:t>
            </a:r>
            <a:endParaRPr lang="en-US" sz="1050" dirty="0"/>
          </a:p>
        </p:txBody>
      </p:sp>
      <p:pic>
        <p:nvPicPr>
          <p:cNvPr id="24" name="Image 3" descr="/home/user/dougaseisaku/assets/ref4/4_S2_01_真俯瞰で入れる.jpg">    </p:cNvPr>
          <p:cNvPicPr>
            <a:picLocks noChangeAspect="1"/>
          </p:cNvPicPr>
          <p:nvPr/>
        </p:nvPicPr>
        <p:blipFill>
          <a:blip r:embed="rId6"/>
          <a:srcRect l="0" r="0" t="38227" b="38227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手すりに置き、真俯瞰でA4とノートPCを入れる</a:t>
            </a:r>
            <a:endParaRPr lang="en-US" sz="720" dirty="0"/>
          </a:p>
        </p:txBody>
      </p:sp>
      <p:pic>
        <p:nvPicPr>
          <p:cNvPr id="27" name="Image 4" descr="/home/user/dougaseisaku/assets/ref4/4_S2_02_中身を並べる.jpg">    </p:cNvPr>
          <p:cNvPicPr>
            <a:picLocks noChangeAspect="1"/>
          </p:cNvPicPr>
          <p:nvPr/>
        </p:nvPicPr>
        <p:blipFill>
          <a:blip r:embed="rId7"/>
          <a:srcRect l="0" r="0" t="38227" b="38227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寄り。内ポケットに名刺入れ・鍵・携帯</a:t>
            </a:r>
            <a:endParaRPr lang="en-US" sz="720" dirty="0"/>
          </a:p>
        </p:txBody>
      </p:sp>
      <p:pic>
        <p:nvPicPr>
          <p:cNvPr id="30" name="Image 5" descr="/home/user/dougaseisaku/assets/ref4/4_S2_03_財布に差し込む超マクロ.jpg">    </p:cNvPr>
          <p:cNvPicPr>
            <a:picLocks noChangeAspect="1"/>
          </p:cNvPicPr>
          <p:nvPr/>
        </p:nvPicPr>
        <p:blipFill>
          <a:blip r:embed="rId8"/>
          <a:srcRect l="0" r="0" t="30093" b="30093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財布に何かを差し込む超マクロ</a:t>
            </a:r>
            <a:endParaRPr lang="en-US" sz="720" dirty="0"/>
          </a:p>
        </p:txBody>
      </p:sp>
      <p:sp>
        <p:nvSpPr>
          <p:cNvPr id="33" name="Text 2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一人の時間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17-25秒</a:t>
            </a:r>
            <a:endParaRPr lang="en-US" sz="1050" dirty="0"/>
          </a:p>
        </p:txBody>
      </p:sp>
      <p:pic>
        <p:nvPicPr>
          <p:cNvPr id="34" name="Image 6" descr="/home/user/dougaseisaku/assets/ref4/4_S3_01_カフェの窓際.jpg">    </p:cNvPr>
          <p:cNvPicPr>
            <a:picLocks noChangeAspect="1"/>
          </p:cNvPicPr>
          <p:nvPr/>
        </p:nvPicPr>
        <p:blipFill>
          <a:blip r:embed="rId9"/>
          <a:srcRect l="0" r="0" t="30093" b="30093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27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カフェの窓際。自然光・浅い被写界深度</a:t>
            </a:r>
            <a:endParaRPr lang="en-US" sz="720" dirty="0"/>
          </a:p>
        </p:txBody>
      </p:sp>
      <p:pic>
        <p:nvPicPr>
          <p:cNvPr id="37" name="Image 7" descr="/home/user/dougaseisaku/assets/ref4/4_S3_02_金具のロゴに超マクロ.jpg">    </p:cNvPr>
          <p:cNvPicPr>
            <a:picLocks noChangeAspect="1"/>
          </p:cNvPicPr>
          <p:nvPr/>
        </p:nvPicPr>
        <p:blipFill>
          <a:blip r:embed="rId10"/>
          <a:srcRect l="0" r="0" t="30093" b="30093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8" name="Shape 28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金具のロゴに超マクロ</a:t>
            </a:r>
            <a:endParaRPr lang="en-US" sz="720" dirty="0"/>
          </a:p>
        </p:txBody>
      </p:sp>
      <p:pic>
        <p:nvPicPr>
          <p:cNvPr id="40" name="Image 8" descr="/home/user/dougaseisaku/assets/ref4/4_S3_03_高い場所に立つ.jpg">    </p:cNvPr>
          <p:cNvPicPr>
            <a:picLocks noChangeAspect="1"/>
          </p:cNvPicPr>
          <p:nvPr/>
        </p:nvPicPr>
        <p:blipFill>
          <a:blip r:embed="rId11"/>
          <a:srcRect l="0" r="0" t="30093" b="30093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1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高い場所に立つ（引き・映画的）</a:t>
            </a:r>
            <a:endParaRPr lang="en-US" sz="720" dirty="0"/>
          </a:p>
        </p:txBody>
      </p:sp>
      <p:sp>
        <p:nvSpPr>
          <p:cNvPr id="43" name="Text 32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25-30秒</a:t>
            </a:r>
            <a:endParaRPr lang="en-US" sz="1050" dirty="0"/>
          </a:p>
        </p:txBody>
      </p:sp>
      <p:pic>
        <p:nvPicPr>
          <p:cNvPr id="44" name="Image 9" descr="/home/user/dougaseisaku/assets/ref4/4_S4_02_街に置く.jpg">    </p:cNvPr>
          <p:cNvPicPr>
            <a:picLocks noChangeAspect="1"/>
          </p:cNvPicPr>
          <p:nvPr/>
        </p:nvPicPr>
        <p:blipFill>
          <a:blip r:embed="rId12"/>
          <a:srcRect l="0" r="0" t="38227" b="38227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5" name="Shape 33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6" name="Text 34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街に置く。背景をボカして流す</a:t>
            </a:r>
            <a:endParaRPr lang="en-US" sz="720" dirty="0"/>
          </a:p>
        </p:txBody>
      </p:sp>
      <p:pic>
        <p:nvPicPr>
          <p:cNvPr id="47" name="Image 10" descr="/home/user/dougaseisaku/assets/ref4/4_S4_01_白い壁の前.jpg">    </p:cNvPr>
          <p:cNvPicPr>
            <a:picLocks noChangeAspect="1"/>
          </p:cNvPicPr>
          <p:nvPr/>
        </p:nvPicPr>
        <p:blipFill>
          <a:blip r:embed="rId13"/>
          <a:srcRect l="0" r="0" t="30093" b="30093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48" name="Shape 35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白い壁の前。正面。壁に英語一文を重ねる</a:t>
            </a:r>
            <a:endParaRPr lang="en-US" sz="720" dirty="0"/>
          </a:p>
        </p:txBody>
      </p:sp>
      <p:sp>
        <p:nvSpPr>
          <p:cNvPr id="50" name="Shape 37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1" name="Text 38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2" name="Text 39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53" name="Text 4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4" name="Text 4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 ／ 12ショット（60秒短縮版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（コーポレートムービー・写真は未抽出）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年表で信用を作り、最後に二人の顔と声で締める。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これがいちばん低予算で、いちばんメディアに刺さる。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：工程の詳しい説明、技術の解説、商品スペック。それは他の動画の役割。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先に要ること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：お二人の収録を三十分ずつ。使うのは各十秒ほどだが、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単独インタビュー動画にそのまま展開できる素材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になる。</a:t>
            </a:r>
            <a:endParaRPr lang="en-US" sz="779" dirty="0"/>
          </a:p>
        </p:txBody>
      </p:sp>
      <p:sp>
        <p:nvSpPr>
          <p:cNvPr id="9" name="Text 7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07947"/>
            <a:ext cx="3063240" cy="303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11480" y="407591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20393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40510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594360" y="4768184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779" dirty="0"/>
          </a:p>
        </p:txBody>
      </p:sp>
      <p:sp>
        <p:nvSpPr>
          <p:cNvPr id="15" name="Text 13"/>
          <p:cNvSpPr/>
          <p:nvPr/>
        </p:nvSpPr>
        <p:spPr>
          <a:xfrm>
            <a:off x="411480" y="530147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502640"/>
            <a:ext cx="3063240" cy="555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刻印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黒。刻印が押され、ロゴが革に沈む（超マクロ）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窪みに光が差す。そこに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が重なる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引くと向島工房の全景になる（ハイアングル）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二人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25-57秒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永尾社長。窓を背に座る（中景）。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顔が出るのはここだけ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同じ光・同じ画角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打ち合わせ台を真俯瞰。図面・革見本・道具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製造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57-96秒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原反が広げられる（真俯瞰）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 → 縫製 → コバ磨き。声が終わり工程の音だけになる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ここで一度、音を消す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渡る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96-120秒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梱包され、箱が閉じる（真俯瞰）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受け取る手。開けた瞬間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仕事で使われている → テロップ → ロゴ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5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760" dirty="0"/>
          </a:p>
        </p:txBody>
      </p:sp>
      <p:sp>
        <p:nvSpPr>
          <p:cNvPr id="9" name="Text 7"/>
          <p:cNvSpPr/>
          <p:nvPr/>
        </p:nvSpPr>
        <p:spPr>
          <a:xfrm>
            <a:off x="411480" y="337007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571244"/>
            <a:ext cx="3063240" cy="452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11480" y="4184258"/>
            <a:ext cx="3063240" cy="1051231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1227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13442"/>
            <a:ext cx="2697480" cy="302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870789"/>
            <a:ext cx="2697480" cy="218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760" dirty="0"/>
          </a:p>
        </p:txBody>
      </p:sp>
      <p:sp>
        <p:nvSpPr>
          <p:cNvPr id="15" name="Text 13"/>
          <p:cNvSpPr/>
          <p:nvPr/>
        </p:nvSpPr>
        <p:spPr>
          <a:xfrm>
            <a:off x="411480" y="539642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597591"/>
            <a:ext cx="3063240" cy="545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9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69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入る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工房の外観と看板（ローアングル）。街の音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中に入る。工房の全景（ハイアングル）。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作業台に原反が広がる（真俯瞰）。扱える革の大きさを示す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歩く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25-95秒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金型が置かれ、裁断機が下りる／革包丁で細部を切る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ミシンで縫う（横）／手縫い。二本の針が交差する（マクロ）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目止め → コバ磨き。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全工程の四割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とテロップ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検品 ★最重要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95-120秒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職人が縫い目と断面を目で確かめる（寄り）。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検品済みの製品と道具が並ぶ（真俯瞰）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包む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120-140秒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不織布で包み、角を折る（真俯瞰）。紙の音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ここまで見せる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 → 問い合わせ先とURL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779" dirty="0"/>
          </a:p>
        </p:txBody>
      </p:sp>
      <p:sp>
        <p:nvSpPr>
          <p:cNvPr id="9" name="Text 7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07947"/>
            <a:ext cx="3063240" cy="459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11480" y="423262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6064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6181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594360" y="4924893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779" dirty="0"/>
          </a:p>
        </p:txBody>
      </p:sp>
      <p:sp>
        <p:nvSpPr>
          <p:cNvPr id="15" name="Text 13"/>
          <p:cNvSpPr/>
          <p:nvPr/>
        </p:nvSpPr>
        <p:spPr>
          <a:xfrm>
            <a:off x="411480" y="545818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659350"/>
            <a:ext cx="3063240" cy="418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71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質感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0-6秒</a:t>
            </a:r>
            <a:endParaRPr lang="en-US" sz="1050" dirty="0"/>
          </a:p>
        </p:txBody>
      </p:sp>
      <p:pic>
        <p:nvPicPr>
          <p:cNvPr id="18" name="Image 0" descr="/home/user/dougaseisaku/assets/ref4/7_S1_01_モノクロのファスナー.jpg">    </p:cNvPr>
          <p:cNvPicPr>
            <a:picLocks noChangeAspect="1"/>
          </p:cNvPicPr>
          <p:nvPr/>
        </p:nvPicPr>
        <p:blipFill>
          <a:blip r:embed="rId3"/>
          <a:srcRect l="0" r="0" t="39195" b="39195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超マクロ・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。ファスナーの歯</a:t>
            </a:r>
            <a:endParaRPr lang="en-US" sz="720" dirty="0"/>
          </a:p>
        </p:txBody>
      </p:sp>
      <p:pic>
        <p:nvPicPr>
          <p:cNvPr id="21" name="Image 1" descr="/home/user/dougaseisaku/assets/ref4/7_S1_02_型押しの質感.jpg">    </p:cNvPr>
          <p:cNvPicPr>
            <a:picLocks noChangeAspect="1"/>
          </p:cNvPicPr>
          <p:nvPr/>
        </p:nvPicPr>
        <p:blipFill>
          <a:blip r:embed="rId4"/>
          <a:srcRect l="0" r="0" t="39195" b="39195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型押しのロゴ、ハンドルの付け根</a:t>
            </a:r>
            <a:endParaRPr lang="en-US" sz="720" dirty="0"/>
          </a:p>
        </p:txBody>
      </p:sp>
      <p:pic>
        <p:nvPicPr>
          <p:cNvPr id="24" name="Image 2" descr="/home/user/dougaseisaku/assets/ref4/7_S1_03_白い台に鞄.jpg">    </p:cNvPr>
          <p:cNvPicPr>
            <a:picLocks noChangeAspect="1"/>
          </p:cNvPicPr>
          <p:nvPr/>
        </p:nvPicPr>
        <p:blipFill>
          <a:blip r:embed="rId5"/>
          <a:srcRect l="0" r="0" t="39195" b="39195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カラーに変わる。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白い台に鞄が一つ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6-16秒</a:t>
            </a:r>
            <a:endParaRPr lang="en-US" sz="1050" dirty="0"/>
          </a:p>
        </p:txBody>
      </p:sp>
      <p:pic>
        <p:nvPicPr>
          <p:cNvPr id="28" name="Image 3" descr="/home/user/dougaseisaku/assets/ref4/7_S2_03_PCを入れる.jpg">    </p:cNvPr>
          <p:cNvPicPr>
            <a:picLocks noChangeAspect="1"/>
          </p:cNvPicPr>
          <p:nvPr/>
        </p:nvPicPr>
        <p:blipFill>
          <a:blip r:embed="rId6"/>
          <a:srcRect l="0" r="0" t="39195" b="39195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正面固定。A4書類とノートPCを入れる</a:t>
            </a:r>
            <a:endParaRPr lang="en-US" sz="720" dirty="0"/>
          </a:p>
        </p:txBody>
      </p:sp>
      <p:pic>
        <p:nvPicPr>
          <p:cNvPr id="31" name="Image 4" descr="/home/user/dougaseisaku/assets/ref4/7_S2_01_入れていく.jpg">    </p:cNvPr>
          <p:cNvPicPr>
            <a:picLocks noChangeAspect="1"/>
          </p:cNvPicPr>
          <p:nvPr/>
        </p:nvPicPr>
        <p:blipFill>
          <a:blip r:embed="rId7"/>
          <a:srcRect l="0" r="0" t="39195" b="39195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同じ画角。手帳・鍵・サングラス。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顔は入れない</a:t>
            </a:r>
            <a:endParaRPr lang="en-US" sz="720" dirty="0"/>
          </a:p>
        </p:txBody>
      </p:sp>
      <p:pic>
        <p:nvPicPr>
          <p:cNvPr id="34" name="Image 5" descr="/home/user/dougaseisaku/assets/ref4/7_S2_02_小物を入れる.jpg">    </p:cNvPr>
          <p:cNvPicPr>
            <a:picLocks noChangeAspect="1"/>
          </p:cNvPicPr>
          <p:nvPr/>
        </p:nvPicPr>
        <p:blipFill>
          <a:blip r:embed="rId8"/>
          <a:srcRect l="0" r="0" t="39195" b="39195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同じ画角。ペン・小物。入れる音を一つずつ拾う</a:t>
            </a:r>
            <a:endParaRPr lang="en-US" sz="720" dirty="0"/>
          </a:p>
        </p:txBody>
      </p:sp>
      <p:sp>
        <p:nvSpPr>
          <p:cNvPr id="37" name="Text 29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持ち上げる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16-20秒</a:t>
            </a:r>
            <a:endParaRPr lang="en-US" sz="1050" dirty="0"/>
          </a:p>
        </p:txBody>
      </p:sp>
      <p:pic>
        <p:nvPicPr>
          <p:cNvPr id="38" name="Image 6" descr="/home/user/dougaseisaku/assets/ref4/7_S3_01_持ち上げる.jpg">    </p:cNvPr>
          <p:cNvPicPr>
            <a:picLocks noChangeAspect="1"/>
          </p:cNvPicPr>
          <p:nvPr/>
        </p:nvPicPr>
        <p:blipFill>
          <a:blip r:embed="rId9"/>
          <a:srcRect l="0" r="0" t="39195" b="39195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9" name="Shape 30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軽さを動作で見せる</a:t>
            </a:r>
            <a:endParaRPr lang="en-US" sz="720" dirty="0"/>
          </a:p>
        </p:txBody>
      </p:sp>
      <p:sp>
        <p:nvSpPr>
          <p:cNvPr id="41" name="Shape 32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33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34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肩にかける。台は動かさない</a:t>
            </a:r>
            <a:endParaRPr lang="en-US" sz="720" dirty="0"/>
          </a:p>
        </p:txBody>
      </p:sp>
      <p:sp>
        <p:nvSpPr>
          <p:cNvPr id="44" name="Text 3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残る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20-25秒</a:t>
            </a:r>
            <a:endParaRPr lang="en-US" sz="1050" dirty="0"/>
          </a:p>
        </p:txBody>
      </p:sp>
      <p:pic>
        <p:nvPicPr>
          <p:cNvPr id="45" name="Image 7" descr="/home/user/dougaseisaku/assets/ref4/7_S4_01_鞄だけが残る.jpg">    </p:cNvPr>
          <p:cNvPicPr>
            <a:picLocks noChangeAspect="1"/>
          </p:cNvPicPr>
          <p:nvPr/>
        </p:nvPicPr>
        <p:blipFill>
          <a:blip r:embed="rId10"/>
          <a:srcRect l="0" r="0" t="39195" b="39195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人がフレームから出る。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鞄だけが残る</a:t>
            </a:r>
            <a:endParaRPr lang="en-US" sz="720" dirty="0"/>
          </a:p>
        </p:txBody>
      </p:sp>
      <p:pic>
        <p:nvPicPr>
          <p:cNvPr id="48" name="Image 8" descr="/home/user/dougaseisaku/assets/ref4/7_S4_02_テロップ.jpg">    </p:cNvPr>
          <p:cNvPicPr>
            <a:picLocks noChangeAspect="1"/>
          </p:cNvPicPr>
          <p:nvPr/>
        </p:nvPicPr>
        <p:blipFill>
          <a:blip r:embed="rId11"/>
          <a:srcRect l="0" r="0" t="39195" b="39195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49" name="Shape 38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39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51" name="Text 4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2" name="Text 4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59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55555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756721"/>
            <a:ext cx="3063240" cy="719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7752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7869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導入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日常の中で迎える（来店・使用シーンなど）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</a:t>
            </a:r>
            <a:endParaRPr lang="en-US" sz="720" dirty="0"/>
          </a:p>
        </p:txBody>
      </p:sp>
      <p:sp>
        <p:nvSpPr>
          <p:cNvPr id="20" name="Shape 18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手元のBROOKLYNの鞄が画面に入る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質問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「なぜこれを選んだか」を聞く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実際に使っているシーンを見せながら答えてもらう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良かった点を具体的なエピソードで語ってもらう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本音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購入前に迷っていた話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買ってから変わったことを一言で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表情のアップ。台本にない一言を拾う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鞄を持って歩き出す後ろ姿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2026-09-04T04:50:47Z</dcterms:created>
  <dcterms:modified xsi:type="dcterms:W3CDTF">2026-09-04T04:50:47Z</dcterms:modified>
</cp:coreProperties>
</file>