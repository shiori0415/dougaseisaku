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7-1.jpg"/><Relationship Id="rId5" Type="http://schemas.openxmlformats.org/officeDocument/2006/relationships/image" Target="../media/image-7-2.jpg"/><Relationship Id="rId6" Type="http://schemas.openxmlformats.org/officeDocument/2006/relationships/image" Target="../media/image-7-3.jpg"/><Relationship Id="rId7" Type="http://schemas.openxmlformats.org/officeDocument/2006/relationships/image" Target="../media/image-7-4.jpg"/><Relationship Id="rId8" Type="http://schemas.openxmlformats.org/officeDocument/2006/relationships/image" Target="../media/image-7-5.jpg"/><Relationship Id="rId9" Type="http://schemas.openxmlformats.org/officeDocument/2006/relationships/image" Target="../media/image-7-6.jpg"/><Relationship Id="rId10" Type="http://schemas.openxmlformats.org/officeDocument/2006/relationships/image" Target="../media/image-7-7.jpg"/><Relationship Id="rId11" Type="http://schemas.openxmlformats.org/officeDocument/2006/relationships/image" Target="../media/image-7-8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465" y="1554480"/>
            <a:ext cx="1260018" cy="81473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0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756" y="2777490"/>
            <a:ext cx="1260018" cy="81473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sp>
        <p:nvSpPr>
          <p:cNvPr id="33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4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110" y="2777490"/>
            <a:ext cx="1260018" cy="81473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sp>
        <p:nvSpPr>
          <p:cNvPr id="37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0465" y="2777490"/>
            <a:ext cx="1260018" cy="81473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41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3756" y="4000500"/>
            <a:ext cx="1260018" cy="81473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sp>
        <p:nvSpPr>
          <p:cNvPr id="46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2110" y="4000500"/>
            <a:ext cx="1260018" cy="814730"/>
          </a:xfrm>
          <a:prstGeom prst="rect">
            <a:avLst/>
          </a:prstGeom>
        </p:spPr>
      </p:pic>
      <p:sp>
        <p:nvSpPr>
          <p:cNvPr id="48" name="Shape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50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53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sp>
        <p:nvSpPr>
          <p:cNvPr id="54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5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3756" y="5223510"/>
            <a:ext cx="1260018" cy="81473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7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sp>
        <p:nvSpPr>
          <p:cNvPr id="58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9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110" y="5223510"/>
            <a:ext cx="1260018" cy="814730"/>
          </a:xfrm>
          <a:prstGeom prst="rect">
            <a:avLst/>
          </a:prstGeom>
        </p:spPr>
      </p:pic>
      <p:sp>
        <p:nvSpPr>
          <p:cNvPr id="60" name="Shape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62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3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4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65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6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432" y="1554480"/>
            <a:ext cx="534667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6432" y="2777490"/>
            <a:ext cx="534667" cy="81473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786" y="2777490"/>
            <a:ext cx="534667" cy="814730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sp>
        <p:nvSpPr>
          <p:cNvPr id="34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6779" y="2777490"/>
            <a:ext cx="807390" cy="814730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8" name="Text 32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6432" y="4000500"/>
            <a:ext cx="534667" cy="81473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sp>
        <p:nvSpPr>
          <p:cNvPr id="43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4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8992" y="4000500"/>
            <a:ext cx="846256" cy="81473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sp>
        <p:nvSpPr>
          <p:cNvPr id="47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8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0608" y="4000500"/>
            <a:ext cx="599732" cy="814730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51" name="Text 4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3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6432" y="5223510"/>
            <a:ext cx="534667" cy="814730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56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7" name="Text 47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8" name="Text 48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sp>
        <p:nvSpPr>
          <p:cNvPr id="59" name="Shape 49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60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3141" y="5223510"/>
            <a:ext cx="534667" cy="814730"/>
          </a:xfrm>
          <a:prstGeom prst="rect">
            <a:avLst/>
          </a:prstGeom>
        </p:spPr>
      </p:pic>
      <p:sp>
        <p:nvSpPr>
          <p:cNvPr id="61" name="Shape 50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62" name="Text 51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63" name="Text 5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4" name="Text 5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5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756" y="1554480"/>
            <a:ext cx="1260018" cy="81473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sp>
        <p:nvSpPr>
          <p:cNvPr id="18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110" y="1554480"/>
            <a:ext cx="1260018" cy="81473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2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5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756" y="2777490"/>
            <a:ext cx="1260018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2110" y="2777490"/>
            <a:ext cx="1260018" cy="81473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sp>
        <p:nvSpPr>
          <p:cNvPr id="34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0465" y="2777490"/>
            <a:ext cx="1260018" cy="81473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8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sp>
        <p:nvSpPr>
          <p:cNvPr id="42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2110" y="4000500"/>
            <a:ext cx="1260018" cy="814730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sp>
        <p:nvSpPr>
          <p:cNvPr id="46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0465" y="4000500"/>
            <a:ext cx="1260018" cy="814730"/>
          </a:xfrm>
          <a:prstGeom prst="rect">
            <a:avLst/>
          </a:prstGeom>
        </p:spPr>
      </p:pic>
      <p:sp>
        <p:nvSpPr>
          <p:cNvPr id="48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50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4" name="Text 4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8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178" y="1554480"/>
            <a:ext cx="561883" cy="81473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2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9532" y="1554480"/>
            <a:ext cx="561883" cy="81473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5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824" y="2777490"/>
            <a:ext cx="561883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178" y="2777490"/>
            <a:ext cx="561883" cy="81473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sp>
        <p:nvSpPr>
          <p:cNvPr id="34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9532" y="2777490"/>
            <a:ext cx="561883" cy="81473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8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sp>
        <p:nvSpPr>
          <p:cNvPr id="42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3" name="Image 5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178" y="4000500"/>
            <a:ext cx="561883" cy="814730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sp>
        <p:nvSpPr>
          <p:cNvPr id="46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7" name="Image 6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69532" y="4000500"/>
            <a:ext cx="561883" cy="814730"/>
          </a:xfrm>
          <a:prstGeom prst="rect">
            <a:avLst/>
          </a:prstGeom>
        </p:spPr>
      </p:pic>
      <p:sp>
        <p:nvSpPr>
          <p:cNvPr id="48" name="Shape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50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2" name="Image 7" descr="/home/user/dougaseisaku/assets/ref4/4_S4_01_街に置く_縦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12824" y="5223510"/>
            <a:ext cx="561883" cy="814730"/>
          </a:xfrm>
          <a:prstGeom prst="rect">
            <a:avLst/>
          </a:prstGeom>
        </p:spPr>
      </p:pic>
      <p:sp>
        <p:nvSpPr>
          <p:cNvPr id="53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sp>
        <p:nvSpPr>
          <p:cNvPr id="55" name="Shape 45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6" name="Text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7" name="Text 47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8" name="Shape 48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9" name="Text 49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0" name="Text 50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61" name="Text 51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2" name="Text 52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202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endParaRPr lang="en-US" sz="70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03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ナレーションは永尾社長の声。</a:t>
            </a:r>
            <a:pPr indent="0" marL="0">
              <a:lnSpc>
                <a:spcPct val="134000"/>
              </a:lnSpc>
              <a:buNone/>
            </a:pPr>
            <a:r>
              <a:rPr lang="en-US" sz="70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を読み上げるのではなく、三十分の収録から経営方針についての本音の一言を拾う形にする（想定トピック：なぜ向島工房と一つになったか／変えないと決めていること／これから）。顔が映らないS1・S3・S4の上に重ねる。</a:t>
            </a:r>
            <a:endParaRPr lang="en-US" sz="703" dirty="0"/>
          </a:p>
        </p:txBody>
      </p:sp>
      <p:sp>
        <p:nvSpPr>
          <p:cNvPr id="9" name="Text 7"/>
          <p:cNvSpPr/>
          <p:nvPr/>
        </p:nvSpPr>
        <p:spPr>
          <a:xfrm>
            <a:off x="411480" y="393171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4132885"/>
            <a:ext cx="3063240" cy="28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4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411480" y="4569474"/>
            <a:ext cx="3063240" cy="102313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69749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898658"/>
            <a:ext cx="2697480" cy="28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110" dirty="0"/>
          </a:p>
        </p:txBody>
      </p:sp>
      <p:sp>
        <p:nvSpPr>
          <p:cNvPr id="14" name="Text 12"/>
          <p:cNvSpPr/>
          <p:nvPr/>
        </p:nvSpPr>
        <p:spPr>
          <a:xfrm>
            <a:off x="594360" y="5238806"/>
            <a:ext cx="2697480" cy="207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3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03" dirty="0"/>
          </a:p>
        </p:txBody>
      </p:sp>
      <p:sp>
        <p:nvSpPr>
          <p:cNvPr id="15" name="Text 13"/>
          <p:cNvSpPr/>
          <p:nvPr/>
        </p:nvSpPr>
        <p:spPr>
          <a:xfrm>
            <a:off x="411480" y="57414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942644"/>
            <a:ext cx="3063240" cy="392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4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644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5_S1_01_刻印風マクロ_金属に光る文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191" y="1554480"/>
            <a:ext cx="1543149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5_S1_02_窪みに光が差す赤熱マクロ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0545" y="1554480"/>
            <a:ext cx="1543149" cy="8147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5_S1_03_工房の全景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8899" y="1554480"/>
            <a:ext cx="1543149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5_S2_01_社長ポートレート_工房背景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2191" y="2777490"/>
            <a:ext cx="1543149" cy="81473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5_S2_02_二人目ポートレート_同じ画角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6000" y="2777490"/>
            <a:ext cx="1452238" cy="81473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9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42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4" name="Image 5" descr="/home/user/dougaseisaku/assets/ref4/5_S3_01_原反が広げら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7646" y="4000500"/>
            <a:ext cx="1452238" cy="81473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7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8" name="Image 6" descr="/home/user/dougaseisaku/assets/ref4/5_S3_02_手元での精密作業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00545" y="4000500"/>
            <a:ext cx="1543149" cy="814730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51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2" name="Image 7" descr="/home/user/dougaseisaku/assets/ref4/5_S3_03_検品する横顔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8899" y="4000500"/>
            <a:ext cx="1543149" cy="814730"/>
          </a:xfrm>
          <a:prstGeom prst="rect">
            <a:avLst/>
          </a:prstGeom>
        </p:spPr>
      </p:pic>
      <p:sp>
        <p:nvSpPr>
          <p:cNvPr id="53" name="Shape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55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7" name="Text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8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9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0" name="Text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1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62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63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64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65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6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97" y="1554480"/>
            <a:ext cx="585936" cy="81473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151" y="1554480"/>
            <a:ext cx="585936" cy="81473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sp>
        <p:nvSpPr>
          <p:cNvPr id="26" name="Shape 22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7506" y="1554480"/>
            <a:ext cx="585936" cy="81473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30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797" y="2777490"/>
            <a:ext cx="585936" cy="81473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9151" y="2777490"/>
            <a:ext cx="585936" cy="81473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sp>
        <p:nvSpPr>
          <p:cNvPr id="39" name="Shape 32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7506" y="2777490"/>
            <a:ext cx="585936" cy="814730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4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43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0797" y="4000500"/>
            <a:ext cx="585936" cy="814730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8" name="Shape 39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0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1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51" name="Text 4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3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00797" y="5223510"/>
            <a:ext cx="585936" cy="814730"/>
          </a:xfrm>
          <a:prstGeom prst="rect">
            <a:avLst/>
          </a:prstGeom>
        </p:spPr>
      </p:pic>
      <p:sp>
        <p:nvSpPr>
          <p:cNvPr id="54" name="Shape 44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sp>
        <p:nvSpPr>
          <p:cNvPr id="56" name="Shape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7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9151" y="5223510"/>
            <a:ext cx="585936" cy="814730"/>
          </a:xfrm>
          <a:prstGeom prst="rect">
            <a:avLst/>
          </a:prstGeom>
        </p:spPr>
      </p:pic>
      <p:sp>
        <p:nvSpPr>
          <p:cNvPr id="58" name="Shape 47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60" name="Text 4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61" name="Text 5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40578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62879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85180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814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6074816"/>
            <a:ext cx="2259482" cy="261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2026-09-04T05:13:44Z</dcterms:created>
  <dcterms:modified xsi:type="dcterms:W3CDTF">2026-09-04T05:13:44Z</dcterms:modified>
</cp:coreProperties>
</file>