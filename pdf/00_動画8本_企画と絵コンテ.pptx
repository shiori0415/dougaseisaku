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image" Target="../media/image-7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image" Target="../media/image-8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image" Target="../media/image-9-6.jpg"/><Relationship Id="rId8" Type="http://schemas.openxmlformats.org/officeDocument/2006/relationships/image" Target="../media/image-9-7.jpg"/><Relationship Id="rId9" Type="http://schemas.openxmlformats.org/officeDocument/2006/relationships/image" Target="../media/image-9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image" Target="../media/image-10-4.jpg"/><Relationship Id="rId6" Type="http://schemas.openxmlformats.org/officeDocument/2006/relationships/image" Target="../media/image-10-5.jpg"/><Relationship Id="rId7" Type="http://schemas.openxmlformats.org/officeDocument/2006/relationships/image" Target="../media/image-10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image" Target="../media/image-12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image" Target="../media/image-14-5.jpg"/><Relationship Id="rId7" Type="http://schemas.openxmlformats.org/officeDocument/2006/relationships/image" Target="../media/image-14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6-1.jpg"/><Relationship Id="rId5" Type="http://schemas.openxmlformats.org/officeDocument/2006/relationships/image" Target="../media/image-16-2.jpg"/><Relationship Id="rId6" Type="http://schemas.openxmlformats.org/officeDocument/2006/relationships/image" Target="../media/image-16-3.jpg"/><Relationship Id="rId7" Type="http://schemas.openxmlformats.org/officeDocument/2006/relationships/image" Target="../media/image-16-4.jpg"/><Relationship Id="rId8" Type="http://schemas.openxmlformats.org/officeDocument/2006/relationships/image" Target="../media/image-16-5.jpg"/><Relationship Id="rId9" Type="http://schemas.openxmlformats.org/officeDocument/2006/relationships/image" Target="../media/image-16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image" Target="../media/image-18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image" Target="../media/image-19-3.jpg"/><Relationship Id="rId7" Type="http://schemas.openxmlformats.org/officeDocument/2006/relationships/image" Target="../media/image-19-4.jpg"/><Relationship Id="rId8" Type="http://schemas.openxmlformats.org/officeDocument/2006/relationships/image" Target="../media/image-19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image" Target="../media/image-2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image" Target="../media/image-22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5-1.jpg"/><Relationship Id="rId3" Type="http://schemas.openxmlformats.org/officeDocument/2006/relationships/image" Target="../media/image-25-2.jpg"/><Relationship Id="rId4" Type="http://schemas.openxmlformats.org/officeDocument/2006/relationships/image" Target="../media/image-25-3.jpg"/><Relationship Id="rId5" Type="http://schemas.openxmlformats.org/officeDocument/2006/relationships/image" Target="../media/image-25-4.jpg"/><Relationship Id="rId6" Type="http://schemas.openxmlformats.org/officeDocument/2006/relationships/image" Target="../media/image-25-5.jpg"/><Relationship Id="rId7" Type="http://schemas.openxmlformats.org/officeDocument/2006/relationships/image" Target="../media/image-2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その日の服に、その日の色。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Voyageの作り方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選ばれる理由。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参考動画：⑤と同様（工場見学ワンテイク型を推奨）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朝も仕事も、スマートに。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110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012539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支度（一色目）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394758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1_01_キーケースのアップ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4546513"/>
            <a:ext cx="575072" cy="71884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394758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5453684"/>
            <a:ext cx="575072" cy="92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キーケースの寄りで始まる。初めはピントを外しておく。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そこへ手が入って取り上げ、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ピントが合う。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3982012" y="4394758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1_02_鏡で身支度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012" y="4618397"/>
            <a:ext cx="575072" cy="57507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82012" y="4394758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82012" y="5453684"/>
            <a:ext cx="575072" cy="92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鏡の前。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鞄を肩に当てて合わせる。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身支度をしているところ。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648524" y="4394758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1_S1_03_玄関のドア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524" y="4474297"/>
            <a:ext cx="575072" cy="86327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48524" y="4394758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648524" y="5453684"/>
            <a:ext cx="575072" cy="92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玄関のドアに手をかけて開ける（後ろ姿・逆光）。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5315036" y="4394758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1_S2_01_ドアが開くと別の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2156" y="4394758"/>
            <a:ext cx="560832" cy="102235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315036" y="4394758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315036" y="5453684"/>
            <a:ext cx="575072" cy="92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ドアが開くと、もう別の服になっている。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同じ玄関、違う人。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この一本の決まりごとを、いちばん最初に見せてしまう。</a:t>
            </a:r>
            <a:endParaRPr lang="en-US" sz="620" dirty="0"/>
          </a:p>
        </p:txBody>
      </p:sp>
      <p:sp>
        <p:nvSpPr>
          <p:cNvPr id="35" name="Text 29"/>
          <p:cNvSpPr/>
          <p:nvPr/>
        </p:nvSpPr>
        <p:spPr>
          <a:xfrm>
            <a:off x="6301588" y="4012539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5-9秒　｜　切り替わり＝玄関のドアが開く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301588" y="4394758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1_S2_02_歩いてくる全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4815869"/>
            <a:ext cx="797243" cy="57509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6301588" y="4394758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301588" y="5848654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そのまま通勤路へ。並木道を歩いてくる全身の引き。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7190270" y="4394758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0270" y="4644400"/>
            <a:ext cx="797243" cy="918037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190270" y="4394758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190270" y="5848654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110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09584" y="4012539"/>
            <a:ext cx="2580524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　｜　切り替わり＝手前を車が横切る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09584" y="4394758"/>
            <a:ext cx="799215" cy="142082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584" y="4847948"/>
            <a:ext cx="799215" cy="51444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09584" y="4394758"/>
            <a:ext cx="799215" cy="142082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09584" y="5852160"/>
            <a:ext cx="799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車が抜けると、服も鞄の色も変わっている。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4200239" y="4394758"/>
            <a:ext cx="799215" cy="142082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三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239" y="4847948"/>
            <a:ext cx="799215" cy="51444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0239" y="4394758"/>
            <a:ext cx="799215" cy="142082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0239" y="5852160"/>
            <a:ext cx="799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6301588" y="4012539"/>
            <a:ext cx="2580524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四色目・駅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13-17秒　｜　切り替わり＝手前を駅の柱が横切る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394758"/>
            <a:ext cx="799215" cy="142082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4_02_抜けたら四色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847948"/>
            <a:ext cx="799215" cy="51444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394758"/>
            <a:ext cx="799215" cy="142082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5852160"/>
            <a:ext cx="799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柱が抜けると、場所が駅に変わっている。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7192242" y="4394758"/>
            <a:ext cx="799215" cy="142082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2242" y="4847948"/>
            <a:ext cx="799215" cy="51444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92242" y="4394758"/>
            <a:ext cx="799215" cy="142082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192242" y="5852160"/>
            <a:ext cx="799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構内を歩く。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110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012539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五色目・駅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17-21秒　｜　切り替わり＝手前を人が横切る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394758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5_02_通路を歩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4846830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394758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5848654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人が抜けると五色目。通路を横移動で追う。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4204183" y="4394758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5_03_入口に着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4846830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394758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5848654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入口に着く。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顔を上げる。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6301588" y="4012539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会社に着く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21-25秒　｜　切り替わり＝手前をロビーの柱が横切る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394758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6_03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846830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394758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5848654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柱が抜けるとロビー。立ち止まる。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ここが到着点。最初のファッションに戻る。</a:t>
            </a:r>
            <a:endParaRPr lang="en-US" sz="600" dirty="0"/>
          </a:p>
        </p:txBody>
      </p:sp>
      <p:sp>
        <p:nvSpPr>
          <p:cNvPr id="32" name="Shape 27"/>
          <p:cNvSpPr/>
          <p:nvPr/>
        </p:nvSpPr>
        <p:spPr>
          <a:xfrm>
            <a:off x="7190270" y="4394758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6_04_腰より上_到着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0270" y="4646933"/>
            <a:ext cx="797243" cy="91297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90270" y="4394758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190270" y="5848654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三十秒でいちばん明るい表情。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110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012539"/>
            <a:ext cx="257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268571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4720643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268571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5722467"/>
            <a:ext cx="797243" cy="6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4204183" y="4268571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7_02_全色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4720643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268571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5722467"/>
            <a:ext cx="797243" cy="6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五色が並ぶ。</a:t>
            </a:r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この画にテロップ「同じ道を、違う私で。」を重ね、ナレーション「毎日をカラフルに」が一言だけ入る。</a:t>
            </a:r>
            <a:endParaRPr lang="en-US" sz="600" dirty="0"/>
          </a:p>
        </p:txBody>
      </p:sp>
      <p:sp>
        <p:nvSpPr>
          <p:cNvPr id="27" name="Shape 23"/>
          <p:cNvSpPr/>
          <p:nvPr/>
        </p:nvSpPr>
        <p:spPr>
          <a:xfrm>
            <a:off x="5092865" y="4268571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2865" y="4268571"/>
            <a:ext cx="797243" cy="141732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5092865" y="4268571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92865" y="5722467"/>
            <a:ext cx="797243" cy="6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二十四カットを四十秒に詰めることで、手が止まらない感じが出る。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76862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完成形を見せる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7686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完成形を手に持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862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7686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7686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出来上がった鞄を手に取る（寄り）。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これから何を作るのかを、最初に一度だけ見せる。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397842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1_02_台に立てて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8424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842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842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作業台に置いて、手が離れる（横）。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ここから工程の頭に戻る。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6301588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2_02_一本を抱えて運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3149" y="4432786"/>
            <a:ext cx="910122" cy="11376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30314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一本を抱えて運ぶ。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ここから工程が始まる。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二十四カットを四十秒に詰めることで、手が止まらない感じが出る。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6846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468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6846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828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282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刃が入る一音。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3_03_抜けたパーツ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188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771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13-19秒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4_01_二枚を合わせ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4_02_合わせた断面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947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0594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重ねた一枚（寄り）。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表の革の下に、裏の革がある。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307" y="4433525"/>
            <a:ext cx="912920" cy="1141150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1030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二十四カットを四十秒に詰めることで、手が止まらない感じが出る。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76862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76862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5_01_革を持ってミシンへ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862" y="4327066"/>
            <a:ext cx="509497" cy="63687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76862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76862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革を持ってミシンへ（引き）。工房が背景に入る。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77799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5_02_針が上下す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799" y="4327066"/>
            <a:ext cx="509497" cy="6368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77799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77799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78736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5_03_縫い進む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8736" y="4327066"/>
            <a:ext cx="509497" cy="63687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78736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78736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縫い進む（別の角度・寄り）。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縫い目が伸びていく。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779673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5_04_手縫いで引き締め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9673" y="4327066"/>
            <a:ext cx="509497" cy="636871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779673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779673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5380611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5_05_刃で切り込み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0611" y="4327066"/>
            <a:ext cx="509497" cy="636871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5380611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5380611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6301588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27-33秒</a:t>
            </a:r>
            <a:endParaRPr lang="en-US" sz="1150" dirty="0"/>
          </a:p>
        </p:txBody>
      </p:sp>
      <p:sp>
        <p:nvSpPr>
          <p:cNvPr id="40" name="Shape 33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6_01_道具の先が断面に触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378851"/>
            <a:ext cx="910122" cy="124552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301588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塗り始め。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道具の先が断面に触れる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（超マクロ）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2_S6_02_コバ塗り_塗り進む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03149" y="4378851"/>
            <a:ext cx="910122" cy="124552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730314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この一本の見せ場。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長回し・カットを割らない。</a:t>
            </a:r>
            <a:endParaRPr lang="en-US" sz="620" dirty="0"/>
          </a:p>
        </p:txBody>
      </p:sp>
      <p:sp>
        <p:nvSpPr>
          <p:cNvPr id="48" name="Shape 39"/>
          <p:cNvSpPr/>
          <p:nvPr/>
        </p:nvSpPr>
        <p:spPr>
          <a:xfrm>
            <a:off x="8304711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9" name="Image 7" descr="/home/user/dougaseisaku/assets/ref4/2_S6_03_塗り終わりの断面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711" y="4378851"/>
            <a:ext cx="910122" cy="1245523"/>
          </a:xfrm>
          <a:prstGeom prst="rect">
            <a:avLst/>
          </a:prstGeom>
        </p:spPr>
      </p:pic>
      <p:sp>
        <p:nvSpPr>
          <p:cNvPr id="50" name="Shape 40"/>
          <p:cNvSpPr/>
          <p:nvPr/>
        </p:nvSpPr>
        <p:spPr>
          <a:xfrm>
            <a:off x="8304711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8304711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同じ画角のまま断面の色が変わりきっている。</a:t>
            </a:r>
            <a:endParaRPr lang="en-US" sz="720" dirty="0"/>
          </a:p>
        </p:txBody>
      </p:sp>
      <p:sp>
        <p:nvSpPr>
          <p:cNvPr id="52" name="Text 4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3" name="Text 4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二十四カットを四十秒に詰めることで、手が止まらない感じが出る。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6846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33-37秒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7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468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6846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誰が作っているかを一度だけ見せる。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7_02_道具でコバを整え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828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282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道具でコバを整える（寄り）。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7_03_縁に印をつ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188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771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37-40秒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8_01_縁を折り返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縁を手で仕上げる（寄り）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8_02_完成品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947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0594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S1で見せた鞄が、ここで揃う。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共通_ロゴのみ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307" y="4192615"/>
            <a:ext cx="912920" cy="162296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1030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943478"/>
            <a:ext cx="1493570" cy="108897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529" y="4102747"/>
            <a:ext cx="1493570" cy="770439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81152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6301588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34150"/>
            <a:ext cx="1493570" cy="70763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0158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597" y="4005819"/>
            <a:ext cx="1493570" cy="96429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88659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1607" y="4097898"/>
            <a:ext cx="1493570" cy="78013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947160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989114"/>
            <a:ext cx="1493570" cy="99770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529" y="4052221"/>
            <a:ext cx="1493570" cy="87149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81152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39653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538" y="4205929"/>
            <a:ext cx="1493570" cy="56407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39653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39653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114574"/>
            <a:ext cx="1493570" cy="74678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6597" y="4005819"/>
            <a:ext cx="1493570" cy="96429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88659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1607" y="3992346"/>
            <a:ext cx="1493570" cy="99124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947160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824126"/>
            <a:ext cx="1097317" cy="62323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415276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276" y="3897686"/>
            <a:ext cx="1097317" cy="47611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415276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415276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604033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4033" y="3771613"/>
            <a:ext cx="1097317" cy="72825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604033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604033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4792790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2790" y="3160349"/>
            <a:ext cx="1097317" cy="195078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92790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92790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057282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057282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282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057282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057282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36537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370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6537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6537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67345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459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67345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67345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60967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676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60967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60967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91776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7765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91776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91776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048888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048888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888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048888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048888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359774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9774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59774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59774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6301588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301588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301588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01588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612474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2474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612474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612474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923361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3361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923361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923361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2413501" y="3351682"/>
            <a:ext cx="34766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13501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501" y="4284499"/>
            <a:ext cx="1097909" cy="59826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413501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13501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バードアイショット。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東京の空から降り、向島の街と工房を見つける。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602850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2850" y="4284499"/>
            <a:ext cx="1097909" cy="59826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602850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602850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高度を下げ、建物に寄る。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92199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2199" y="4350095"/>
            <a:ext cx="1097909" cy="46707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92199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92199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34766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歴史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6-20秒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2_02_1984_ToBootNewYork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179382"/>
            <a:ext cx="1097909" cy="80850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コラボの実績から入る。</a:t>
            </a:r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年号テロップを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画面の右端に</a:t>
            </a:r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次々に重ねる（1980 SHIPS ／ 1982 BEAMS ／ 1984 To Boot New York ／ 1990 UNITED ARROWS ／ 1991 Paul Smith ／ 2011 RALPH LAUREN）</a:t>
            </a:r>
            <a:endParaRPr lang="en-US" sz="600" dirty="0"/>
          </a:p>
        </p:txBody>
      </p:sp>
      <p:sp>
        <p:nvSpPr>
          <p:cNvPr id="32" name="Shape 26"/>
          <p:cNvSpPr/>
          <p:nvPr/>
        </p:nvSpPr>
        <p:spPr>
          <a:xfrm>
            <a:off x="7490936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2_01_1979創業_店舗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0936" y="4226976"/>
            <a:ext cx="1097909" cy="71331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490936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490936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昔の外観。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実績を並べたあと、はじまりの店先に戻る。テロップ「1979　東京千駄ヶ谷にて創業」を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680285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0285" y="4041197"/>
            <a:ext cx="1097909" cy="10848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680285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680285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同じ構図のまま、今の外観へ。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昔の店先からそのまま移り変わる。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白黒からカラーに変わる。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1989841" y="3351682"/>
            <a:ext cx="3900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989841" y="3607714"/>
            <a:ext cx="1239129" cy="220289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9841" y="4296119"/>
            <a:ext cx="1239129" cy="82608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989841" y="3607714"/>
            <a:ext cx="1239129" cy="220289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989841" y="5847186"/>
            <a:ext cx="12391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320410" y="3607714"/>
            <a:ext cx="1239129" cy="220289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0410" y="4349499"/>
            <a:ext cx="1239129" cy="71932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20410" y="3607714"/>
            <a:ext cx="1239129" cy="220289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20410" y="5847186"/>
            <a:ext cx="12391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650979" y="3607714"/>
            <a:ext cx="1239129" cy="220289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0979" y="4248824"/>
            <a:ext cx="1239129" cy="92067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650979" y="3607714"/>
            <a:ext cx="1239129" cy="220289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650979" y="5847186"/>
            <a:ext cx="12391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3900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29-38秒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239129" cy="220289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5_01_図面をなぞる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371552"/>
            <a:ext cx="1239129" cy="6752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239129" cy="220289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47186"/>
            <a:ext cx="12391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632156" y="3607714"/>
            <a:ext cx="1239129" cy="220289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図面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2156" y="4374177"/>
            <a:ext cx="1239129" cy="66997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632156" y="3607714"/>
            <a:ext cx="1239129" cy="220289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632156" y="5847186"/>
            <a:ext cx="12391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962725" y="3607714"/>
            <a:ext cx="1239129" cy="220289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2725" y="4371552"/>
            <a:ext cx="1239129" cy="6752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962725" y="3607714"/>
            <a:ext cx="1239129" cy="220289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962725" y="5847186"/>
            <a:ext cx="12391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2413501" y="3351682"/>
            <a:ext cx="34766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13501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501" y="4284499"/>
            <a:ext cx="1097909" cy="59826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413501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13501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602850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2850" y="4264960"/>
            <a:ext cx="1097909" cy="63734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602850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602850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92199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6_02_職人が革を扱う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2199" y="4264960"/>
            <a:ext cx="1097909" cy="63734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92199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92199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34766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52-63秒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3_横顔_見出し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350095"/>
            <a:ext cx="1097909" cy="46707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くさがやさん。この一カットだけ画に映る。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横顔、空いた側に見出しテロップ。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声は次のカットにかぶったまま続く。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490936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0936" y="4228372"/>
            <a:ext cx="1097909" cy="710521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490936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490936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680285" y="3607714"/>
            <a:ext cx="1097909" cy="195183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0285" y="4041197"/>
            <a:ext cx="1097909" cy="10848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680285" y="3607714"/>
            <a:ext cx="1097909" cy="195183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680285" y="5596128"/>
            <a:ext cx="10979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S2の「今の外観」と同じ写真です（画角の参考として同じものを当てています）。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6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2207967" y="3351682"/>
            <a:ext cx="36821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63-70秒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07967" y="3607714"/>
            <a:ext cx="1166420" cy="207363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967" y="4155628"/>
            <a:ext cx="1166420" cy="97780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207967" y="3607714"/>
            <a:ext cx="1166420" cy="207363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207967" y="5717926"/>
            <a:ext cx="1166420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65827" y="3607714"/>
            <a:ext cx="1166420" cy="207363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7_02_手渡しと笑顔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827" y="3915519"/>
            <a:ext cx="1166420" cy="145802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65827" y="3607714"/>
            <a:ext cx="1166420" cy="207363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65827" y="5717926"/>
            <a:ext cx="1166420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23687" y="3607714"/>
            <a:ext cx="1166420" cy="207363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7_03_使っている手元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3687" y="4164776"/>
            <a:ext cx="1166420" cy="959511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23687" y="3607714"/>
            <a:ext cx="1166420" cy="207363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23687" y="5717926"/>
            <a:ext cx="1166420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36821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70-75秒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166420" cy="207363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396421"/>
            <a:ext cx="1166420" cy="49622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166420" cy="207363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717926"/>
            <a:ext cx="1166420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559448" y="3607714"/>
            <a:ext cx="1166420" cy="207363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9448" y="3607714"/>
            <a:ext cx="1166420" cy="207363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559448" y="3607714"/>
            <a:ext cx="1166420" cy="207363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559448" y="5717926"/>
            <a:ext cx="1166420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：バードアイ → 工房の全体 → 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257978" y="3852113"/>
            <a:ext cx="26321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57978" y="4108145"/>
            <a:ext cx="816416" cy="14514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7978" y="4611410"/>
            <a:ext cx="816416" cy="44487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257978" y="4108145"/>
            <a:ext cx="816416" cy="14514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257978" y="5596128"/>
            <a:ext cx="816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バードアイショット。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上から降りて、向島の工房を見つける。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4165835" y="4108145"/>
            <a:ext cx="816416" cy="14514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2_空撮_建物の全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5835" y="4611410"/>
            <a:ext cx="816416" cy="44487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165835" y="4108145"/>
            <a:ext cx="816416" cy="14514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165835" y="5596128"/>
            <a:ext cx="816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高度を下げ、建物の全景へ。街の音。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5073691" y="4108145"/>
            <a:ext cx="816416" cy="14514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3691" y="4660187"/>
            <a:ext cx="816416" cy="34732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5073691" y="4108145"/>
            <a:ext cx="816416" cy="14514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73691" y="5596128"/>
            <a:ext cx="816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佐藤さん。工房案内のはじまり。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6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26321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工房の全体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816416" cy="14514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611410"/>
            <a:ext cx="816416" cy="444878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816416" cy="14514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596128"/>
            <a:ext cx="816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入口を抜けて中へ。工房の全景（引き）。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209444" y="4108145"/>
            <a:ext cx="816416" cy="14514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2_機械と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9444" y="4596880"/>
            <a:ext cx="816416" cy="473937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209444" y="4108145"/>
            <a:ext cx="816416" cy="14514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209444" y="5596128"/>
            <a:ext cx="816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117300" y="4108145"/>
            <a:ext cx="816416" cy="14514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2_03_職人の顔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7300" y="4611410"/>
            <a:ext cx="816416" cy="444878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117300" y="4108145"/>
            <a:ext cx="816416" cy="14514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117300" y="5596128"/>
            <a:ext cx="816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：バードアイ → 工房の全体 → 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834318" y="3852113"/>
            <a:ext cx="3055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834318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318" y="4681419"/>
            <a:ext cx="957636" cy="55591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834318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834318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6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66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660" dirty="0"/>
          </a:p>
        </p:txBody>
      </p:sp>
      <p:sp>
        <p:nvSpPr>
          <p:cNvPr id="23" name="Shape 20"/>
          <p:cNvSpPr/>
          <p:nvPr/>
        </p:nvSpPr>
        <p:spPr>
          <a:xfrm>
            <a:off x="3883395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3395" y="4698462"/>
            <a:ext cx="957636" cy="52183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883395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883395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932471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471" y="4681419"/>
            <a:ext cx="957636" cy="55591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32471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32471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3055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769067"/>
            <a:ext cx="957636" cy="38062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50664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0664" y="4681419"/>
            <a:ext cx="957636" cy="555916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50664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50664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399740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740" y="4698462"/>
            <a:ext cx="957636" cy="52183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99740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99740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：バードアイ → 工房の全体 → 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052444" y="3852113"/>
            <a:ext cx="283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052444" y="4108145"/>
            <a:ext cx="640836" cy="113926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2444" y="4503176"/>
            <a:ext cx="640836" cy="34920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052444" y="4108145"/>
            <a:ext cx="640836" cy="113926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052444" y="5283985"/>
            <a:ext cx="640836" cy="1098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784720" y="4108145"/>
            <a:ext cx="640836" cy="113926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720" y="4503176"/>
            <a:ext cx="640836" cy="34920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784720" y="4108145"/>
            <a:ext cx="640836" cy="113926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784720" y="5283985"/>
            <a:ext cx="640836" cy="1098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516996" y="4108145"/>
            <a:ext cx="640836" cy="113926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6996" y="4286867"/>
            <a:ext cx="640836" cy="78182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516996" y="4108145"/>
            <a:ext cx="640836" cy="113926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516996" y="5283985"/>
            <a:ext cx="640836" cy="1098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00" dirty="0"/>
          </a:p>
        </p:txBody>
      </p:sp>
      <p:sp>
        <p:nvSpPr>
          <p:cNvPr id="31" name="Shape 26"/>
          <p:cNvSpPr/>
          <p:nvPr/>
        </p:nvSpPr>
        <p:spPr>
          <a:xfrm>
            <a:off x="5249272" y="4108145"/>
            <a:ext cx="640836" cy="113926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9272" y="4503538"/>
            <a:ext cx="640836" cy="34847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249272" y="4108145"/>
            <a:ext cx="640836" cy="113926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249272" y="5283985"/>
            <a:ext cx="640836" cy="1098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6301588" y="3852113"/>
            <a:ext cx="283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301588" y="4108145"/>
            <a:ext cx="884928" cy="15732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6_01_部品を手に取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341668"/>
            <a:ext cx="884928" cy="110616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6301588" y="4108145"/>
            <a:ext cx="884928" cy="15732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301588" y="5717926"/>
            <a:ext cx="884928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7277955" y="4108145"/>
            <a:ext cx="884928" cy="15732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6_02_針が革に落ち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955" y="4471799"/>
            <a:ext cx="884928" cy="845898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277955" y="4108145"/>
            <a:ext cx="884928" cy="15732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277955" y="5717926"/>
            <a:ext cx="884928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680" dirty="0"/>
          </a:p>
        </p:txBody>
      </p:sp>
      <p:sp>
        <p:nvSpPr>
          <p:cNvPr id="44" name="Shape 36"/>
          <p:cNvSpPr/>
          <p:nvPr/>
        </p:nvSpPr>
        <p:spPr>
          <a:xfrm>
            <a:off x="8254323" y="4108145"/>
            <a:ext cx="884928" cy="15732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323" y="4348218"/>
            <a:ext cx="884928" cy="1093059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8254323" y="4108145"/>
            <a:ext cx="884928" cy="15732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8254323" y="5717926"/>
            <a:ext cx="884928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endParaRPr lang="en-US" sz="720" dirty="0"/>
          </a:p>
        </p:txBody>
      </p:sp>
      <p:sp>
        <p:nvSpPr>
          <p:cNvPr id="48" name="Text 3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9" name="Text 4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：バードアイ → 工房の全体 → 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834318" y="3852113"/>
            <a:ext cx="3055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834318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7_01_光にかざす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318" y="4698462"/>
            <a:ext cx="957636" cy="52183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834318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834318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883395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3395" y="4640310"/>
            <a:ext cx="957636" cy="638134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883395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883395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6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66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660" dirty="0"/>
          </a:p>
        </p:txBody>
      </p:sp>
      <p:sp>
        <p:nvSpPr>
          <p:cNvPr id="27" name="Shape 23"/>
          <p:cNvSpPr/>
          <p:nvPr/>
        </p:nvSpPr>
        <p:spPr>
          <a:xfrm>
            <a:off x="4932471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3_職人の顔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471" y="4698462"/>
            <a:ext cx="957636" cy="52183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32471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32471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テロップ「検品 Inspection」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3055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640790"/>
            <a:ext cx="957636" cy="637175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50664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0664" y="4666986"/>
            <a:ext cx="957636" cy="58478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50664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50664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00" dirty="0"/>
          </a:p>
        </p:txBody>
      </p:sp>
      <p:sp>
        <p:nvSpPr>
          <p:cNvPr id="40" name="Shape 33"/>
          <p:cNvSpPr/>
          <p:nvPr/>
        </p:nvSpPr>
        <p:spPr>
          <a:xfrm>
            <a:off x="8399740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740" y="4755677"/>
            <a:ext cx="957636" cy="40740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99740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99740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6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66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66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空撮から入る工場見学ワンテイク型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を推奨（上から降りて入口へ、工程順に歩き、梱包場で終わる）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：バードアイ → 工房の全体 → 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裁断・縫製・仕上げ・検品・梱包まで自社で完結する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834318" y="3852113"/>
            <a:ext cx="3055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834318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318" y="4690042"/>
            <a:ext cx="957636" cy="53867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834318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834318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883395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3395" y="4690042"/>
            <a:ext cx="957636" cy="53867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883395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883395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620" dirty="0"/>
          </a:p>
        </p:txBody>
      </p:sp>
      <p:sp>
        <p:nvSpPr>
          <p:cNvPr id="27" name="Shape 23"/>
          <p:cNvSpPr/>
          <p:nvPr/>
        </p:nvSpPr>
        <p:spPr>
          <a:xfrm>
            <a:off x="4932471" y="4108145"/>
            <a:ext cx="957636" cy="17024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471" y="4690042"/>
            <a:ext cx="957636" cy="53867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32471" y="4108145"/>
            <a:ext cx="957636" cy="17024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32471" y="5847186"/>
            <a:ext cx="957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支度も、仕事も、スマートに。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398293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293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982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2711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2711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129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7129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4-10秒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6006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96006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690424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0424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690424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690424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支度も、仕事も、スマートに。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398293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入れる②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293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982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2711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2711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129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7129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6006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96006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支度も、仕事も、スマートに。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406687" y="3598702"/>
            <a:ext cx="34834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40668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6687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40668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0668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830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8307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830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830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「支度も、仕事も、スマートに。」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992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9927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992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992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192339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つかみ①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2339" y="4526838"/>
            <a:ext cx="1171630" cy="49459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92339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408" y="4526838"/>
            <a:ext cx="1171630" cy="49459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5540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外観の全景（引き）。入口に人が立つ。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478" y="4526838"/>
            <a:ext cx="1171630" cy="49459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1847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つかみに入る。製作シーン。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手元だけ（寄り）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つかみ②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526444"/>
            <a:ext cx="1171630" cy="49538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4657" y="4506342"/>
            <a:ext cx="1171630" cy="535587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56465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727" y="4556256"/>
            <a:ext cx="1171630" cy="435759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82772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624393" y="3476655"/>
            <a:ext cx="3265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624393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93" y="4464085"/>
            <a:ext cx="1027612" cy="3640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624393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24393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6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バストショット。窓を背にして、手前に植物を置いてボカす。</a:t>
            </a:r>
            <a:pPr indent="0" marL="0">
              <a:lnSpc>
                <a:spcPct val="124000"/>
              </a:lnSpc>
              <a:buNone/>
            </a:pPr>
            <a:r>
              <a:rPr lang="en-US" sz="66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名前は出さず「使っている人」として自己紹介。</a:t>
            </a:r>
            <a:pPr indent="0" marL="0">
              <a:lnSpc>
                <a:spcPct val="124000"/>
              </a:lnSpc>
              <a:buNone/>
            </a:pPr>
            <a:r>
              <a:rPr lang="en-US" sz="66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話した言葉をそのままテロップで出す。</a:t>
            </a:r>
            <a:endParaRPr lang="en-US" sz="660" dirty="0"/>
          </a:p>
        </p:txBody>
      </p:sp>
      <p:sp>
        <p:nvSpPr>
          <p:cNvPr id="19" name="Shape 16"/>
          <p:cNvSpPr/>
          <p:nvPr/>
        </p:nvSpPr>
        <p:spPr>
          <a:xfrm>
            <a:off x="3743444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444" y="4464085"/>
            <a:ext cx="1027612" cy="36406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743444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743444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862496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496" y="4464085"/>
            <a:ext cx="1027612" cy="36406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862496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862496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265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64085"/>
            <a:ext cx="1027612" cy="3640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420639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639" y="4464085"/>
            <a:ext cx="1027612" cy="36406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420639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420639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539691" y="3732687"/>
            <a:ext cx="1027612" cy="182686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691" y="4464085"/>
            <a:ext cx="1027612" cy="36406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539691" y="3732687"/>
            <a:ext cx="1027612" cy="182686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539691" y="5596128"/>
            <a:ext cx="10276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192339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2339" y="4566590"/>
            <a:ext cx="1171630" cy="41509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92339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408" y="4566590"/>
            <a:ext cx="1171630" cy="41509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5540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478" y="4566590"/>
            <a:ext cx="1171630" cy="41509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1847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566590"/>
            <a:ext cx="1171630" cy="41509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4657" y="4566590"/>
            <a:ext cx="1171630" cy="415092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56465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56465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727" y="4566590"/>
            <a:ext cx="1171630" cy="41509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827727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827727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6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窓を背にして、手前に植物や花を置いてボカす ③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endParaRPr lang="en-US" sz="68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8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：誰に聞くか（既存の購入者か、社内の方に使用者として話してもらうか）、顔出しの範囲、質問内容、撮影場所。</a:t>
            </a:r>
            <a:endParaRPr lang="en-US" sz="68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58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8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684" dirty="0"/>
          </a:p>
        </p:txBody>
      </p:sp>
      <p:sp>
        <p:nvSpPr>
          <p:cNvPr id="12" name="Text 10"/>
          <p:cNvSpPr/>
          <p:nvPr/>
        </p:nvSpPr>
        <p:spPr>
          <a:xfrm>
            <a:off x="6324448" y="1968297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51177"/>
            <a:ext cx="5455768" cy="59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61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1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612" dirty="0"/>
          </a:p>
        </p:txBody>
      </p:sp>
      <p:sp>
        <p:nvSpPr>
          <p:cNvPr id="14" name="Text 12"/>
          <p:cNvSpPr/>
          <p:nvPr/>
        </p:nvSpPr>
        <p:spPr>
          <a:xfrm>
            <a:off x="2192339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2339" y="4526444"/>
            <a:ext cx="1171630" cy="4953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192339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92339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408" y="4526444"/>
            <a:ext cx="1171630" cy="49538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5540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5540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7_03_中央にロゴが重な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478" y="4526444"/>
            <a:ext cx="1171630" cy="49538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1847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1847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同じ引きの画面の中央に、ロゴが重なる。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76655"/>
            <a:ext cx="36977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44615"/>
            <a:ext cx="1171630" cy="65904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32687"/>
            <a:ext cx="1171630" cy="208289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1716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32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2026-09-07T06:53:58Z</dcterms:created>
  <dcterms:modified xsi:type="dcterms:W3CDTF">2026-09-07T06:53:58Z</dcterms:modified>
</cp:coreProperties>
</file>