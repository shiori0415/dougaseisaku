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instagram.com/reel/dze-_hzuwxb/" TargetMode="External"/><Relationship Id="rId8" Type="http://schemas.openxmlformats.org/officeDocument/2006/relationships/hyperlink" Target="https://www.instagram.com/reel/daorwukvwaj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image" Target="../media/image-3-7.jpg"/><Relationship Id="rId9" Type="http://schemas.openxmlformats.org/officeDocument/2006/relationships/image" Target="../media/image-3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4-1.jpg"/><Relationship Id="rId4" Type="http://schemas.openxmlformats.org/officeDocument/2006/relationships/image" Target="../media/image-4-2.jpg"/><Relationship Id="rId5" Type="http://schemas.openxmlformats.org/officeDocument/2006/relationships/image" Target="../media/image-4-3.jpg"/><Relationship Id="rId6" Type="http://schemas.openxmlformats.org/officeDocument/2006/relationships/image" Target="../media/image-4-4.jpg"/><Relationship Id="rId7" Type="http://schemas.openxmlformats.org/officeDocument/2006/relationships/image" Target="../media/image-4-5.jpg"/><Relationship Id="rId8" Type="http://schemas.openxmlformats.org/officeDocument/2006/relationships/image" Target="../media/image-4-6.jpg"/><Relationship Id="rId9" Type="http://schemas.openxmlformats.org/officeDocument/2006/relationships/image" Target="../media/image-4-7.jpg"/><Relationship Id="rId10" Type="http://schemas.openxmlformats.org/officeDocument/2006/relationships/image" Target="../media/image-4-8.jpg"/><Relationship Id="rId11" Type="http://schemas.openxmlformats.org/officeDocument/2006/relationships/image" Target="../media/image-4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image" Target="../media/image-5-6.jpg"/><Relationship Id="rId8" Type="http://schemas.openxmlformats.org/officeDocument/2006/relationships/image" Target="../media/image-5-7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image" Target="../media/image-6-6.jpg"/><Relationship Id="rId9" Type="http://schemas.openxmlformats.org/officeDocument/2006/relationships/image" Target="../media/image-6-7.jpg"/><Relationship Id="rId10" Type="http://schemas.openxmlformats.org/officeDocument/2006/relationships/image" Target="../media/image-6-8.jpg"/><Relationship Id="rId11" Type="http://schemas.openxmlformats.org/officeDocument/2006/relationships/image" Target="../media/image-6-9.jpg"/><Relationship Id="rId12" Type="http://schemas.openxmlformats.org/officeDocument/2006/relationships/image" Target="../media/image-6-10.jpg"/><Relationship Id="rId13" Type="http://schemas.openxmlformats.org/officeDocument/2006/relationships/image" Target="../media/image-6-11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image" Target="../media/image-9-6.jpg"/><Relationship Id="rId9" Type="http://schemas.openxmlformats.org/officeDocument/2006/relationships/image" Target="../media/image-9-7.jpg"/><Relationship Id="rId10" Type="http://schemas.openxmlformats.org/officeDocument/2006/relationships/image" Target="../media/image-9-8.jpg"/><Relationship Id="rId11" Type="http://schemas.openxmlformats.org/officeDocument/2006/relationships/image" Target="../media/image-9-9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1〜4本目と7本目は参考動画があり、絵コンテの写真もそこから抜いています。5・6・8本目は参考動画・詳細をいただき次第、同じ形式で内容を確定します。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instagram.com/reels/DZG2DvMh-Ts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youtube.com/shorts/c2mH8rStFCA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instagram.com/reel/DbAniDDyF0U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instagram.com/reels/DWiwFp5DED-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instagram.com/reels/DcOkNyyoFFJ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instagram.com/reel/DaxjHnkB62p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参考動画：未定（年号で語る型を推奨）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instagram.com/reel/DZE-_hZuwXb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instagram.com/reel/DaorwuKvWAj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instagram.com/reels/DZG2DvMh-Ts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010891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12059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3941750"/>
            <a:ext cx="3063240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69766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70934"/>
            <a:ext cx="2697480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685614"/>
            <a:ext cx="2697480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528779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48896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0-4秒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20" dirty="0"/>
          </a:p>
        </p:txBody>
      </p:sp>
      <p:pic>
        <p:nvPicPr>
          <p:cNvPr id="24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rcRect l="0" r="0" t="26764" b="26764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4-9秒</a:t>
            </a:r>
            <a:endParaRPr lang="en-US" sz="1050" dirty="0"/>
          </a:p>
        </p:txBody>
      </p:sp>
      <p:pic>
        <p:nvPicPr>
          <p:cNvPr id="28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rcRect l="0" r="0" t="26764" b="26764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20" dirty="0"/>
          </a:p>
        </p:txBody>
      </p:sp>
      <p:pic>
        <p:nvPicPr>
          <p:cNvPr id="31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rcRect l="0" r="0" t="26764" b="26764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20" dirty="0"/>
          </a:p>
        </p:txBody>
      </p:sp>
      <p:pic>
        <p:nvPicPr>
          <p:cNvPr id="34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rcRect l="0" r="0" t="26764" b="26764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20" dirty="0"/>
          </a:p>
        </p:txBody>
      </p:sp>
      <p:sp>
        <p:nvSpPr>
          <p:cNvPr id="37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9-15秒</a:t>
            </a:r>
            <a:endParaRPr lang="en-US" sz="1050" dirty="0"/>
          </a:p>
        </p:txBody>
      </p:sp>
      <p:pic>
        <p:nvPicPr>
          <p:cNvPr id="38" name="Image 4" descr="/home/user/dougaseisaku/assets/ref4/1_S3_01_さらに別の色.jpg">    </p:cNvPr>
          <p:cNvPicPr>
            <a:picLocks noChangeAspect="1"/>
          </p:cNvPicPr>
          <p:nvPr/>
        </p:nvPicPr>
        <p:blipFill>
          <a:blip r:embed="rId6"/>
          <a:srcRect l="0" r="0" t="26764" b="26764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20" dirty="0"/>
          </a:p>
        </p:txBody>
      </p:sp>
      <p:pic>
        <p:nvPicPr>
          <p:cNvPr id="41" name="Image 5" descr="/home/user/dougaseisaku/assets/ref4/1_S3_02_建物内で変わる.jpg">    </p:cNvPr>
          <p:cNvPicPr>
            <a:picLocks noChangeAspect="1"/>
          </p:cNvPicPr>
          <p:nvPr/>
        </p:nvPicPr>
        <p:blipFill>
          <a:blip r:embed="rId7"/>
          <a:srcRect l="0" r="0" t="26764" b="2676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7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8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20" dirty="0"/>
          </a:p>
        </p:txBody>
      </p:sp>
      <p:sp>
        <p:nvSpPr>
          <p:cNvPr id="47" name="Text 39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15-20秒</a:t>
            </a:r>
            <a:endParaRPr lang="en-US" sz="1050" dirty="0"/>
          </a:p>
        </p:txBody>
      </p:sp>
      <p:pic>
        <p:nvPicPr>
          <p:cNvPr id="48" name="Image 6" descr="/home/user/dougaseisaku/assets/ref4/1_S4_01_到着.jpg">    </p:cNvPr>
          <p:cNvPicPr>
            <a:picLocks noChangeAspect="1"/>
          </p:cNvPicPr>
          <p:nvPr/>
        </p:nvPicPr>
        <p:blipFill>
          <a:blip r:embed="rId8"/>
          <a:srcRect l="0" r="0" t="26764" b="26764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20" dirty="0"/>
          </a:p>
        </p:txBody>
      </p:sp>
      <p:pic>
        <p:nvPicPr>
          <p:cNvPr id="51" name="Image 7" descr="/home/user/dougaseisaku/assets/ref4/1_S4_02_全色が並ぶ.jpg">    </p:cNvPr>
          <p:cNvPicPr>
            <a:picLocks noChangeAspect="1"/>
          </p:cNvPicPr>
          <p:nvPr/>
        </p:nvPicPr>
        <p:blipFill>
          <a:blip r:embed="rId9"/>
          <a:srcRect l="0" r="0" t="26764" b="26764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52" name="Shape 42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20" dirty="0"/>
          </a:p>
        </p:txBody>
      </p:sp>
      <p:sp>
        <p:nvSpPr>
          <p:cNvPr id="54" name="Shape 44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45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46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20" dirty="0"/>
          </a:p>
        </p:txBody>
      </p:sp>
      <p:sp>
        <p:nvSpPr>
          <p:cNvPr id="57" name="Text 4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4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youtube.com/shorts/c2mH8rStFCA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instagram.com/reel/DbAniDDyF0U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10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83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83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836" dirty="0"/>
          </a:p>
        </p:txBody>
      </p:sp>
      <p:sp>
        <p:nvSpPr>
          <p:cNvPr id="9" name="Text 7"/>
          <p:cNvSpPr/>
          <p:nvPr/>
        </p:nvSpPr>
        <p:spPr>
          <a:xfrm>
            <a:off x="411480" y="303758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238754"/>
            <a:ext cx="3063240" cy="482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11480" y="3898438"/>
            <a:ext cx="3063240" cy="10886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02645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227622"/>
            <a:ext cx="2697480" cy="325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594360" y="4607903"/>
            <a:ext cx="2697480" cy="23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6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836" dirty="0"/>
          </a:p>
        </p:txBody>
      </p:sp>
      <p:sp>
        <p:nvSpPr>
          <p:cNvPr id="15" name="Text 13"/>
          <p:cNvSpPr/>
          <p:nvPr/>
        </p:nvSpPr>
        <p:spPr>
          <a:xfrm>
            <a:off x="411480" y="5164154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365322"/>
            <a:ext cx="3063240" cy="731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76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76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0-3秒</a:t>
            </a:r>
            <a:endParaRPr lang="en-US" sz="1050" dirty="0"/>
          </a:p>
        </p:txBody>
      </p:sp>
      <p:pic>
        <p:nvPicPr>
          <p:cNvPr id="18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rcRect l="0" r="0" t="40140" b="40140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3-14秒</a:t>
            </a:r>
            <a:endParaRPr lang="en-US" sz="1050" dirty="0"/>
          </a:p>
        </p:txBody>
      </p:sp>
      <p:pic>
        <p:nvPicPr>
          <p:cNvPr id="25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rcRect l="0" r="0" t="40140" b="40140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20" dirty="0"/>
          </a:p>
        </p:txBody>
      </p:sp>
      <p:pic>
        <p:nvPicPr>
          <p:cNvPr id="28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rcRect l="0" r="0" t="40140" b="40140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20" dirty="0"/>
          </a:p>
        </p:txBody>
      </p:sp>
      <p:pic>
        <p:nvPicPr>
          <p:cNvPr id="31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rcRect l="0" r="0" t="35111" b="35111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34" name="Text 28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14-31秒</a:t>
            </a:r>
            <a:endParaRPr lang="en-US" sz="1050" dirty="0"/>
          </a:p>
        </p:txBody>
      </p:sp>
      <p:pic>
        <p:nvPicPr>
          <p:cNvPr id="35" name="Image 4" descr="/home/user/dougaseisaku/assets/ref4/2_S3_01_針と糸.jpg">    </p:cNvPr>
          <p:cNvPicPr>
            <a:picLocks noChangeAspect="1"/>
          </p:cNvPicPr>
          <p:nvPr/>
        </p:nvPicPr>
        <p:blipFill>
          <a:blip r:embed="rId7"/>
          <a:srcRect l="0" r="0" t="40140" b="40140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20" dirty="0"/>
          </a:p>
        </p:txBody>
      </p:sp>
      <p:pic>
        <p:nvPicPr>
          <p:cNvPr id="38" name="Image 5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8"/>
          <a:srcRect l="0" r="0" t="34394" b="3439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20" dirty="0"/>
          </a:p>
        </p:txBody>
      </p:sp>
      <p:pic>
        <p:nvPicPr>
          <p:cNvPr id="41" name="Image 6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9"/>
          <a:srcRect l="0" r="0" t="38940" b="38940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31-40秒</a:t>
            </a:r>
            <a:endParaRPr lang="en-US" sz="1050" dirty="0"/>
          </a:p>
        </p:txBody>
      </p:sp>
      <p:pic>
        <p:nvPicPr>
          <p:cNvPr id="45" name="Image 7" descr="/home/user/dougaseisaku/assets/ref4/2_S4_01_仕上げ剤を取る.jpg">    </p:cNvPr>
          <p:cNvPicPr>
            <a:picLocks noChangeAspect="1"/>
          </p:cNvPicPr>
          <p:nvPr/>
        </p:nvPicPr>
        <p:blipFill>
          <a:blip r:embed="rId10"/>
          <a:srcRect l="0" r="0" t="40140" b="40140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20" dirty="0"/>
          </a:p>
        </p:txBody>
      </p:sp>
      <p:sp>
        <p:nvSpPr>
          <p:cNvPr id="48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3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0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20" dirty="0"/>
          </a:p>
        </p:txBody>
      </p:sp>
      <p:pic>
        <p:nvPicPr>
          <p:cNvPr id="51" name="Image 8" descr="/home/user/dougaseisaku/assets/ref4/2_S4_03_使われる場所.jpg">    </p:cNvPr>
          <p:cNvPicPr>
            <a:picLocks noChangeAspect="1"/>
          </p:cNvPicPr>
          <p:nvPr/>
        </p:nvPicPr>
        <p:blipFill>
          <a:blip r:embed="rId11"/>
          <a:srcRect l="0" r="0" t="40140" b="40140"/>
          <a:stretch/>
        </p:blipFill>
        <p:spPr>
          <a:xfrm>
            <a:off x="9520733" y="5223510"/>
            <a:ext cx="2259482" cy="678942"/>
          </a:xfrm>
          <a:prstGeom prst="rect">
            <a:avLst/>
          </a:prstGeom>
        </p:spPr>
      </p:pic>
      <p:sp>
        <p:nvSpPr>
          <p:cNvPr id="52" name="Shape 41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20" dirty="0"/>
          </a:p>
        </p:txBody>
      </p:sp>
      <p:sp>
        <p:nvSpPr>
          <p:cNvPr id="54" name="Text 4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instagram.com/reels/DWiwFp5DED-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0-5秒</a:t>
            </a:r>
            <a:endParaRPr lang="en-US" sz="1050" dirty="0"/>
          </a:p>
        </p:txBody>
      </p:sp>
      <p:pic>
        <p:nvPicPr>
          <p:cNvPr id="14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rcRect l="0" r="0" t="26764" b="26764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20" dirty="0"/>
          </a:p>
        </p:txBody>
      </p:sp>
      <p:pic>
        <p:nvPicPr>
          <p:cNvPr id="17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rcRect l="0" r="0" t="26764" b="26764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20" dirty="0"/>
          </a:p>
        </p:txBody>
      </p:sp>
      <p:sp>
        <p:nvSpPr>
          <p:cNvPr id="20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7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5-15秒</a:t>
            </a:r>
            <a:endParaRPr lang="en-US" sz="1050" dirty="0"/>
          </a:p>
        </p:txBody>
      </p:sp>
      <p:pic>
        <p:nvPicPr>
          <p:cNvPr id="24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rcRect l="0" r="0" t="26764" b="26764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20" dirty="0"/>
          </a:p>
        </p:txBody>
      </p:sp>
      <p:pic>
        <p:nvPicPr>
          <p:cNvPr id="27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rcRect l="0" r="0" t="26764" b="26764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20" dirty="0"/>
          </a:p>
        </p:txBody>
      </p:sp>
      <p:pic>
        <p:nvPicPr>
          <p:cNvPr id="30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rcRect l="0" r="0" t="26764" b="26764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20" dirty="0"/>
          </a:p>
        </p:txBody>
      </p:sp>
      <p:sp>
        <p:nvSpPr>
          <p:cNvPr id="33" name="Text 26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15-24秒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28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29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20" dirty="0"/>
          </a:p>
        </p:txBody>
      </p:sp>
      <p:pic>
        <p:nvPicPr>
          <p:cNvPr id="37" name="Image 5" descr="/home/user/dougaseisaku/assets/ref4/3_S3_02_磨く.jpg">    </p:cNvPr>
          <p:cNvPicPr>
            <a:picLocks noChangeAspect="1"/>
          </p:cNvPicPr>
          <p:nvPr/>
        </p:nvPicPr>
        <p:blipFill>
          <a:blip r:embed="rId7"/>
          <a:srcRect l="0" r="0" t="26764" b="26764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20" dirty="0"/>
          </a:p>
        </p:txBody>
      </p:sp>
      <p:pic>
        <p:nvPicPr>
          <p:cNvPr id="40" name="Image 6" descr="/home/user/dougaseisaku/assets/ref4/3_S3_03_完成品.jpg">    </p:cNvPr>
          <p:cNvPicPr>
            <a:picLocks noChangeAspect="1"/>
          </p:cNvPicPr>
          <p:nvPr/>
        </p:nvPicPr>
        <p:blipFill>
          <a:blip r:embed="rId8"/>
          <a:srcRect l="0" r="0" t="26764" b="26764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20" dirty="0"/>
          </a:p>
        </p:txBody>
      </p:sp>
      <p:sp>
        <p:nvSpPr>
          <p:cNvPr id="43" name="Text 34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24-28秒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47" name="Text 3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instagram.com/reels/DcOkNyyoFFJ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instagram.com/reel/DaxjHnkB62p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COACH・11.8万いいね）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780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737107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938275"/>
            <a:ext cx="306324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6796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69134"/>
            <a:ext cx="3063240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0-8秒</a:t>
            </a:r>
            <a:endParaRPr lang="en-US" sz="1050" dirty="0"/>
          </a:p>
        </p:txBody>
      </p:sp>
      <p:pic>
        <p:nvPicPr>
          <p:cNvPr id="14" name="Image 0" descr="/home/user/dougaseisaku/assets/ref4/4_S1_01_ガラスの反射.jpg">    </p:cNvPr>
          <p:cNvPicPr>
            <a:picLocks noChangeAspect="1"/>
          </p:cNvPicPr>
          <p:nvPr/>
        </p:nvPicPr>
        <p:blipFill>
          <a:blip r:embed="rId3"/>
          <a:srcRect l="0" r="0" t="30093" b="30093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20" dirty="0"/>
          </a:p>
        </p:txBody>
      </p:sp>
      <p:pic>
        <p:nvPicPr>
          <p:cNvPr id="17" name="Image 1" descr="/home/user/dougaseisaku/assets/ref4/4_S1_02_街を歩く.jpg">    </p:cNvPr>
          <p:cNvPicPr>
            <a:picLocks noChangeAspect="1"/>
          </p:cNvPicPr>
          <p:nvPr/>
        </p:nvPicPr>
        <p:blipFill>
          <a:blip r:embed="rId4"/>
          <a:srcRect l="0" r="0" t="30093" b="30093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20" dirty="0"/>
          </a:p>
        </p:txBody>
      </p:sp>
      <p:pic>
        <p:nvPicPr>
          <p:cNvPr id="20" name="Image 2" descr="/home/user/dougaseisaku/assets/ref4/4_S1_03_電車が通り過ぎる.jpg">    </p:cNvPr>
          <p:cNvPicPr>
            <a:picLocks noChangeAspect="1"/>
          </p:cNvPicPr>
          <p:nvPr/>
        </p:nvPicPr>
        <p:blipFill>
          <a:blip r:embed="rId5"/>
          <a:srcRect l="0" r="0" t="30093" b="30093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20" dirty="0"/>
          </a:p>
        </p:txBody>
      </p:sp>
      <p:sp>
        <p:nvSpPr>
          <p:cNvPr id="23" name="Text 18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8-17秒</a:t>
            </a:r>
            <a:endParaRPr lang="en-US" sz="1050" dirty="0"/>
          </a:p>
        </p:txBody>
      </p:sp>
      <p:pic>
        <p:nvPicPr>
          <p:cNvPr id="24" name="Image 3" descr="/home/user/dougaseisaku/assets/ref4/4_S2_01_真俯瞰で入れる.jpg">    </p:cNvPr>
          <p:cNvPicPr>
            <a:picLocks noChangeAspect="1"/>
          </p:cNvPicPr>
          <p:nvPr/>
        </p:nvPicPr>
        <p:blipFill>
          <a:blip r:embed="rId6"/>
          <a:srcRect l="0" r="0" t="38227" b="38227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20" dirty="0"/>
          </a:p>
        </p:txBody>
      </p:sp>
      <p:pic>
        <p:nvPicPr>
          <p:cNvPr id="27" name="Image 4" descr="/home/user/dougaseisaku/assets/ref4/4_S2_02_中身を並べる.jpg">    </p:cNvPr>
          <p:cNvPicPr>
            <a:picLocks noChangeAspect="1"/>
          </p:cNvPicPr>
          <p:nvPr/>
        </p:nvPicPr>
        <p:blipFill>
          <a:blip r:embed="rId7"/>
          <a:srcRect l="0" r="0" t="38227" b="38227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20" dirty="0"/>
          </a:p>
        </p:txBody>
      </p:sp>
      <p:pic>
        <p:nvPicPr>
          <p:cNvPr id="30" name="Image 5" descr="/home/user/dougaseisaku/assets/ref4/4_S2_03_財布に差し込む超マクロ.jpg">    </p:cNvPr>
          <p:cNvPicPr>
            <a:picLocks noChangeAspect="1"/>
          </p:cNvPicPr>
          <p:nvPr/>
        </p:nvPicPr>
        <p:blipFill>
          <a:blip r:embed="rId8"/>
          <a:srcRect l="0" r="0" t="30093" b="30093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20" dirty="0"/>
          </a:p>
        </p:txBody>
      </p:sp>
      <p:sp>
        <p:nvSpPr>
          <p:cNvPr id="33" name="Text 2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17-25秒</a:t>
            </a:r>
            <a:endParaRPr lang="en-US" sz="1050" dirty="0"/>
          </a:p>
        </p:txBody>
      </p:sp>
      <p:pic>
        <p:nvPicPr>
          <p:cNvPr id="34" name="Image 6" descr="/home/user/dougaseisaku/assets/ref4/4_S3_01_カフェの窓際.jpg">    </p:cNvPr>
          <p:cNvPicPr>
            <a:picLocks noChangeAspect="1"/>
          </p:cNvPicPr>
          <p:nvPr/>
        </p:nvPicPr>
        <p:blipFill>
          <a:blip r:embed="rId9"/>
          <a:srcRect l="0" r="0" t="30093" b="30093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7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20" dirty="0"/>
          </a:p>
        </p:txBody>
      </p:sp>
      <p:pic>
        <p:nvPicPr>
          <p:cNvPr id="37" name="Image 7" descr="/home/user/dougaseisaku/assets/ref4/4_S3_02_金具のロゴに超マクロ.jpg">    </p:cNvPr>
          <p:cNvPicPr>
            <a:picLocks noChangeAspect="1"/>
          </p:cNvPicPr>
          <p:nvPr/>
        </p:nvPicPr>
        <p:blipFill>
          <a:blip r:embed="rId10"/>
          <a:srcRect l="0" r="0" t="30093" b="30093"/>
          <a:stretch/>
        </p:blipFill>
        <p:spPr>
          <a:xfrm>
            <a:off x="7142378" y="4000500"/>
            <a:ext cx="2259482" cy="678942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20" dirty="0"/>
          </a:p>
        </p:txBody>
      </p:sp>
      <p:pic>
        <p:nvPicPr>
          <p:cNvPr id="40" name="Image 8" descr="/home/user/dougaseisaku/assets/ref4/4_S3_03_高い場所に立つ.jpg">    </p:cNvPr>
          <p:cNvPicPr>
            <a:picLocks noChangeAspect="1"/>
          </p:cNvPicPr>
          <p:nvPr/>
        </p:nvPicPr>
        <p:blipFill>
          <a:blip r:embed="rId11"/>
          <a:srcRect l="0" r="0" t="30093" b="30093"/>
          <a:stretch/>
        </p:blipFill>
        <p:spPr>
          <a:xfrm>
            <a:off x="9520733" y="4000500"/>
            <a:ext cx="2259482" cy="678942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2" name="Text 31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20" dirty="0"/>
          </a:p>
        </p:txBody>
      </p:sp>
      <p:sp>
        <p:nvSpPr>
          <p:cNvPr id="43" name="Text 32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25-30秒</a:t>
            </a:r>
            <a:endParaRPr lang="en-US" sz="1050" dirty="0"/>
          </a:p>
        </p:txBody>
      </p:sp>
      <p:pic>
        <p:nvPicPr>
          <p:cNvPr id="44" name="Image 9" descr="/home/user/dougaseisaku/assets/ref4/4_S4_02_街に置く.jpg">    </p:cNvPr>
          <p:cNvPicPr>
            <a:picLocks noChangeAspect="1"/>
          </p:cNvPicPr>
          <p:nvPr/>
        </p:nvPicPr>
        <p:blipFill>
          <a:blip r:embed="rId12"/>
          <a:srcRect l="0" r="0" t="38227" b="38227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5" name="Shape 3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6" name="Text 3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20" dirty="0"/>
          </a:p>
        </p:txBody>
      </p:sp>
      <p:pic>
        <p:nvPicPr>
          <p:cNvPr id="47" name="Image 10" descr="/home/user/dougaseisaku/assets/ref4/4_S4_01_白い壁の前.jpg">    </p:cNvPr>
          <p:cNvPicPr>
            <a:picLocks noChangeAspect="1"/>
          </p:cNvPicPr>
          <p:nvPr/>
        </p:nvPicPr>
        <p:blipFill>
          <a:blip r:embed="rId13"/>
          <a:srcRect l="0" r="0" t="30093" b="30093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8" name="Shape 3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20" dirty="0"/>
          </a:p>
        </p:txBody>
      </p:sp>
      <p:sp>
        <p:nvSpPr>
          <p:cNvPr id="50" name="Shape 37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1" name="Text 38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2" name="Text 39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20" dirty="0"/>
          </a:p>
        </p:txBody>
      </p:sp>
      <p:sp>
        <p:nvSpPr>
          <p:cNvPr id="53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4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 ／ 12ショット（60秒短縮版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年号で語る型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を推奨（年表テロップ＋工房の現在＋二人の顔と声）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年表で信用を作り、最後に二人の顔と声で締める。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これがいちばん低予算で、いちばんメディアに刺さる。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：工程の詳しい説明、技術の解説、商品スペック。それは他の動画の役割。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先に要ること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：お二人の収録を三十分ずつ。使うのは各十秒ほどだが、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単独インタビュー動画にそのまま展開できる素材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になる。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303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07591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20393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40510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768184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30147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02640"/>
            <a:ext cx="3063240" cy="555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黒。刻印が押され、ロゴが革に沈む（超マクロ）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二人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25-57秒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永尾社長。窓を背に座る（中景）。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顔が出るのはここだけ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同じ光・同じ画角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打ち合わせ台を真俯瞰。図面・革見本・道具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製造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57-96秒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 → 縫製 → コバ磨き。声が終わり工程の音だけになる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ここで一度、音を消す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渡る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96-120秒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梱包され、箱が閉じる（真俯瞰）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受け取る手。開けた瞬間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仕事で使われている → テロップ → ロゴ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5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endParaRPr lang="en-US" sz="76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76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76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411480" y="3370076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571244"/>
            <a:ext cx="3063240" cy="452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4184258"/>
            <a:ext cx="3063240" cy="1051231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12274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13442"/>
            <a:ext cx="2697480" cy="302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4870789"/>
            <a:ext cx="2697480" cy="218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411480" y="539642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597591"/>
            <a:ext cx="3063240" cy="545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69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696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0-25秒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25-95秒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95-120秒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120-140秒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55" name="Text 53"/>
          <p:cNvSpPr/>
          <p:nvPr/>
        </p:nvSpPr>
        <p:spPr>
          <a:xfrm>
            <a:off x="9520733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9520733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instagram.com/reel/DZE-_hZuwXb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algn="r" indent="0" marL="0">
              <a:lnSpc>
                <a:spcPct val="135000"/>
              </a:lnSpc>
              <a:buNone/>
            </a:pPr>
            <a:r>
              <a:rPr lang="en-US" sz="80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instagram.com/reel/DaorwuKvWAj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486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endParaRPr lang="en-US" sz="779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779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779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779" dirty="0"/>
          </a:p>
        </p:txBody>
      </p:sp>
      <p:sp>
        <p:nvSpPr>
          <p:cNvPr id="9" name="Text 7"/>
          <p:cNvSpPr/>
          <p:nvPr/>
        </p:nvSpPr>
        <p:spPr>
          <a:xfrm>
            <a:off x="411480" y="3406779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607947"/>
            <a:ext cx="3063240" cy="459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2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11480" y="4232629"/>
            <a:ext cx="3063240" cy="106059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4360645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4360" y="4561813"/>
            <a:ext cx="2697480" cy="30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230" dirty="0"/>
          </a:p>
        </p:txBody>
      </p:sp>
      <p:sp>
        <p:nvSpPr>
          <p:cNvPr id="14" name="Text 12"/>
          <p:cNvSpPr/>
          <p:nvPr/>
        </p:nvSpPr>
        <p:spPr>
          <a:xfrm>
            <a:off x="594360" y="4924893"/>
            <a:ext cx="2697480" cy="22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79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779" dirty="0"/>
          </a:p>
        </p:txBody>
      </p:sp>
      <p:sp>
        <p:nvSpPr>
          <p:cNvPr id="15" name="Text 13"/>
          <p:cNvSpPr/>
          <p:nvPr/>
        </p:nvSpPr>
        <p:spPr>
          <a:xfrm>
            <a:off x="411480" y="545818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5659350"/>
            <a:ext cx="3063240" cy="418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713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713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0-6秒</a:t>
            </a:r>
            <a:endParaRPr lang="en-US" sz="1050" dirty="0"/>
          </a:p>
        </p:txBody>
      </p:sp>
      <p:pic>
        <p:nvPicPr>
          <p:cNvPr id="18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rcRect l="0" r="0" t="39195" b="39195"/>
          <a:stretch/>
        </p:blipFill>
        <p:spPr>
          <a:xfrm>
            <a:off x="4764024" y="1554480"/>
            <a:ext cx="2259482" cy="67894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20" dirty="0"/>
          </a:p>
        </p:txBody>
      </p:sp>
      <p:pic>
        <p:nvPicPr>
          <p:cNvPr id="21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rcRect l="0" r="0" t="39195" b="39195"/>
          <a:stretch/>
        </p:blipFill>
        <p:spPr>
          <a:xfrm>
            <a:off x="7142378" y="1554480"/>
            <a:ext cx="2259482" cy="678942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20" dirty="0"/>
          </a:p>
        </p:txBody>
      </p:sp>
      <p:pic>
        <p:nvPicPr>
          <p:cNvPr id="24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rcRect l="0" r="0" t="39195" b="39195"/>
          <a:stretch/>
        </p:blipFill>
        <p:spPr>
          <a:xfrm>
            <a:off x="9520733" y="1554480"/>
            <a:ext cx="2259482" cy="67894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6-16秒</a:t>
            </a:r>
            <a:endParaRPr lang="en-US" sz="1050" dirty="0"/>
          </a:p>
        </p:txBody>
      </p:sp>
      <p:pic>
        <p:nvPicPr>
          <p:cNvPr id="28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rcRect l="0" r="0" t="39195" b="39195"/>
          <a:stretch/>
        </p:blipFill>
        <p:spPr>
          <a:xfrm>
            <a:off x="4764024" y="2777490"/>
            <a:ext cx="2259482" cy="678942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20" dirty="0"/>
          </a:p>
        </p:txBody>
      </p:sp>
      <p:pic>
        <p:nvPicPr>
          <p:cNvPr id="31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rcRect l="0" r="0" t="39195" b="39195"/>
          <a:stretch/>
        </p:blipFill>
        <p:spPr>
          <a:xfrm>
            <a:off x="7142378" y="2777490"/>
            <a:ext cx="2259482" cy="67894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20" dirty="0"/>
          </a:p>
        </p:txBody>
      </p:sp>
      <p:pic>
        <p:nvPicPr>
          <p:cNvPr id="34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rcRect l="0" r="0" t="39195" b="39195"/>
          <a:stretch/>
        </p:blipFill>
        <p:spPr>
          <a:xfrm>
            <a:off x="9520733" y="2777490"/>
            <a:ext cx="2259482" cy="678942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20" dirty="0"/>
          </a:p>
        </p:txBody>
      </p:sp>
      <p:sp>
        <p:nvSpPr>
          <p:cNvPr id="37" name="Text 29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16-20秒</a:t>
            </a:r>
            <a:endParaRPr lang="en-US" sz="1050" dirty="0"/>
          </a:p>
        </p:txBody>
      </p:sp>
      <p:pic>
        <p:nvPicPr>
          <p:cNvPr id="38" name="Image 6" descr="/home/user/dougaseisaku/assets/ref4/7_S3_01_持ち上げる.jpg">    </p:cNvPr>
          <p:cNvPicPr>
            <a:picLocks noChangeAspect="1"/>
          </p:cNvPicPr>
          <p:nvPr/>
        </p:nvPicPr>
        <p:blipFill>
          <a:blip r:embed="rId9"/>
          <a:srcRect l="0" r="0" t="39195" b="39195"/>
          <a:stretch/>
        </p:blipFill>
        <p:spPr>
          <a:xfrm>
            <a:off x="4764024" y="4000500"/>
            <a:ext cx="2259482" cy="67894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20" dirty="0"/>
          </a:p>
        </p:txBody>
      </p:sp>
      <p:sp>
        <p:nvSpPr>
          <p:cNvPr id="41" name="Shape 32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2" name="Text 33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3" name="Text 34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20" dirty="0"/>
          </a:p>
        </p:txBody>
      </p:sp>
      <p:sp>
        <p:nvSpPr>
          <p:cNvPr id="44" name="Text 35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20-25秒</a:t>
            </a:r>
            <a:endParaRPr lang="en-US" sz="1050" dirty="0"/>
          </a:p>
        </p:txBody>
      </p:sp>
      <p:pic>
        <p:nvPicPr>
          <p:cNvPr id="45" name="Image 7" descr="/home/user/dougaseisaku/assets/ref4/7_S4_01_鞄だけが残る.jpg">    </p:cNvPr>
          <p:cNvPicPr>
            <a:picLocks noChangeAspect="1"/>
          </p:cNvPicPr>
          <p:nvPr/>
        </p:nvPicPr>
        <p:blipFill>
          <a:blip r:embed="rId10"/>
          <a:srcRect l="0" r="0" t="39195" b="39195"/>
          <a:stretch/>
        </p:blipFill>
        <p:spPr>
          <a:xfrm>
            <a:off x="4764024" y="5223510"/>
            <a:ext cx="2259482" cy="678942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5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20" dirty="0"/>
          </a:p>
        </p:txBody>
      </p:sp>
      <p:pic>
        <p:nvPicPr>
          <p:cNvPr id="48" name="Image 8" descr="/home/user/dougaseisaku/assets/ref4/7_S4_02_テロップ.jpg">    </p:cNvPr>
          <p:cNvPicPr>
            <a:picLocks noChangeAspect="1"/>
          </p:cNvPicPr>
          <p:nvPr/>
        </p:nvPicPr>
        <p:blipFill>
          <a:blip r:embed="rId11"/>
          <a:srcRect l="0" r="0" t="39195" b="39195"/>
          <a:stretch/>
        </p:blipFill>
        <p:spPr>
          <a:xfrm>
            <a:off x="7142378" y="5223510"/>
            <a:ext cx="2259482" cy="67894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0" name="Text 39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1" name="Text 4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2" name="Text 4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11480" y="530352"/>
            <a:ext cx="5989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969264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0" y="347472"/>
            <a:ext cx="5196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1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algn="r" indent="0" marL="0">
              <a:lnSpc>
                <a:spcPct val="135000"/>
              </a:lnSpc>
              <a:buNone/>
            </a:pPr>
            <a:r>
              <a:rPr lang="en-US" sz="80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algn="r"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426464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54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55648"/>
            <a:ext cx="3063240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3555553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" y="3756721"/>
            <a:ext cx="3063240" cy="719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677522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11480" y="4878690"/>
            <a:ext cx="3063240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3749040" y="155448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764024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64024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142378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2378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520733" y="155448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9520733" y="226999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749040" y="277749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64024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64024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7142378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142378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520733" y="277749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9520733" y="349300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3749040" y="400050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4764024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64024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7142378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142378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9520733" y="400050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520733" y="471601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3749040" y="5223510"/>
            <a:ext cx="896112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秒数未定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4764024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64024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7142378" y="5223510"/>
            <a:ext cx="225948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2378" y="5939028"/>
            <a:ext cx="2259482" cy="397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2026-09-04T01:43:35Z</dcterms:created>
  <dcterms:modified xsi:type="dcterms:W3CDTF">2026-09-04T01:43:35Z</dcterms:modified>
</cp:coreProperties>
</file>