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image" Target="../media/image-3-5.jpg"/><Relationship Id="rId7" Type="http://schemas.openxmlformats.org/officeDocument/2006/relationships/image" Target="../media/image-3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image" Target="../media/image-8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image" Target="../media/image-9-6.jpg"/><Relationship Id="rId8" Type="http://schemas.openxmlformats.org/officeDocument/2006/relationships/image" Target="../media/image-9-7.jpg"/><Relationship Id="rId9" Type="http://schemas.openxmlformats.org/officeDocument/2006/relationships/image" Target="../media/image-9-8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image" Target="../media/image-10-4.jpg"/><Relationship Id="rId6" Type="http://schemas.openxmlformats.org/officeDocument/2006/relationships/image" Target="../media/image-10-5.jpg"/><Relationship Id="rId7" Type="http://schemas.openxmlformats.org/officeDocument/2006/relationships/image" Target="../media/image-10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image" Target="../media/image-18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image" Target="../media/image-19-3.jpg"/><Relationship Id="rId7" Type="http://schemas.openxmlformats.org/officeDocument/2006/relationships/image" Target="../media/image-19-4.jpg"/><Relationship Id="rId8" Type="http://schemas.openxmlformats.org/officeDocument/2006/relationships/image" Target="../media/image-19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image" Target="../media/image-20-6.jpg"/><Relationship Id="rId7" Type="http://schemas.openxmlformats.org/officeDocument/2006/relationships/image" Target="../media/image-20-7.jpg"/><Relationship Id="rId8" Type="http://schemas.openxmlformats.org/officeDocument/2006/relationships/image" Target="../media/image-20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image" Target="../media/image-22-6.jpg"/><Relationship Id="rId7" Type="http://schemas.openxmlformats.org/officeDocument/2006/relationships/image" Target="../media/image-22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その日の服に、その日の色。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この道、20年。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Voyageの作り方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選ばれる理由。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朝も仕事も、スマートに。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支度（一色目）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1_01_キーケースのアップ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735330"/>
            <a:ext cx="575072" cy="71884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キーケースの寄りで始まる。初めはピントを外しておく。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そこへ手が入って取り上げ、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ピントが合う。</a:t>
            </a:r>
            <a:endParaRPr lang="en-US" sz="580" dirty="0"/>
          </a:p>
        </p:txBody>
      </p:sp>
      <p:sp>
        <p:nvSpPr>
          <p:cNvPr id="23" name="Shape 20"/>
          <p:cNvSpPr/>
          <p:nvPr/>
        </p:nvSpPr>
        <p:spPr>
          <a:xfrm>
            <a:off x="3982012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1_02_鏡で身支度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012" y="4807214"/>
            <a:ext cx="575072" cy="57507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82012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82012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鏡の前。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キーケースを同じ色の鞄に入れ、鞄を肩に当てて合わせる。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身支度をしているところ。</a:t>
            </a:r>
            <a:endParaRPr lang="en-US" sz="580" dirty="0"/>
          </a:p>
        </p:txBody>
      </p:sp>
      <p:sp>
        <p:nvSpPr>
          <p:cNvPr id="27" name="Shape 23"/>
          <p:cNvSpPr/>
          <p:nvPr/>
        </p:nvSpPr>
        <p:spPr>
          <a:xfrm>
            <a:off x="4648524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1_S1_03_玄関のドア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524" y="4663114"/>
            <a:ext cx="575072" cy="86327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648524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648524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玄関のドアに手をかけて開ける（後ろ姿・逆光）。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315036" y="4583574"/>
            <a:ext cx="575072" cy="10223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1_S2_01_ドアが開くと別の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22156" y="4583574"/>
            <a:ext cx="560832" cy="1022350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315036" y="4583574"/>
            <a:ext cx="575072" cy="10223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315036" y="5642500"/>
            <a:ext cx="575072" cy="740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ドアが開くと、もう別の服になっている。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同じ玄関、違う人。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この一本の決まりごとを、いちばん最初に見せてしまう。</a:t>
            </a:r>
            <a:endParaRPr lang="en-US" sz="540" dirty="0"/>
          </a:p>
        </p:txBody>
      </p:sp>
      <p:sp>
        <p:nvSpPr>
          <p:cNvPr id="35" name="Text 29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5-9秒　｜　切り替わり＝玄関のドアが開く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1_S2_02_歩いてくる全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1588" y="5004685"/>
            <a:ext cx="797243" cy="57509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そのまま通勤路へ。並木道を歩いてくる全身の引き。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すまし顔。</a:t>
            </a:r>
            <a:endParaRPr lang="en-US" sz="540" dirty="0"/>
          </a:p>
        </p:txBody>
      </p:sp>
      <p:sp>
        <p:nvSpPr>
          <p:cNvPr id="40" name="Shape 33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0270" y="4833216"/>
            <a:ext cx="797243" cy="918037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64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三色目・並木道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　｜　切り替わり＝手前を車が横切る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車が抜けると、服も鞄の色も変わっている。</a:t>
            </a:r>
            <a:endParaRPr lang="en-US" sz="640" dirty="0"/>
          </a:p>
        </p:txBody>
      </p:sp>
      <p:sp>
        <p:nvSpPr>
          <p:cNvPr id="23" name="Shape 20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3_02_三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5035646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640" dirty="0"/>
          </a:p>
        </p:txBody>
      </p:sp>
      <p:sp>
        <p:nvSpPr>
          <p:cNvPr id="27" name="Text 23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四色目・駅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13-17秒　｜　切り替わり＝手前を駅の柱が横切る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4_02_抜けたら四色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柱が抜けると、場所が駅に変わっている。</a:t>
            </a:r>
            <a:endParaRPr lang="en-US" sz="640" dirty="0"/>
          </a:p>
        </p:txBody>
      </p:sp>
      <p:sp>
        <p:nvSpPr>
          <p:cNvPr id="32" name="Shape 27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027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構内を歩く。</a:t>
            </a:r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6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会社に着く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17-21秒　｜　切り替わり＝会社のドアを通る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6_03_立ち止ま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5035646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全体。会社のドアを通ると、服も鞄の色も変わっている（五色目）。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ロビーで立ち止まる。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ここが到着点。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6_04_腰より上_到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4835749"/>
            <a:ext cx="797243" cy="9129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三十秒でいちばん明るい表情。</a:t>
            </a:r>
            <a:endParaRPr lang="en-US" sz="540" dirty="0"/>
          </a:p>
        </p:txBody>
      </p:sp>
      <p:sp>
        <p:nvSpPr>
          <p:cNvPr id="27" name="Text 23"/>
          <p:cNvSpPr/>
          <p:nvPr/>
        </p:nvSpPr>
        <p:spPr>
          <a:xfrm>
            <a:off x="6301588" y="4201355"/>
            <a:ext cx="2574608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すれ違うたびに変わる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21-25秒　｜　切り替わり＝人とすれ違う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5_02_通路を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5035646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ロビーを歩く。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人とすれ違うたびに、これまで着てきた服と鞄に入れ替わる。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横移動で追う。</a:t>
            </a:r>
            <a:endParaRPr lang="en-US" sz="540" dirty="0"/>
          </a:p>
        </p:txBody>
      </p:sp>
      <p:sp>
        <p:nvSpPr>
          <p:cNvPr id="32" name="Shape 27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5_03_入口に着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0270" y="5035646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7190270" y="4583574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7190270" y="6037470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腰より上。すれ違った相手が振り返る。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色が変わったことに気づかれる。</a:t>
            </a:r>
            <a:endParaRPr lang="en-US" sz="54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その日の服に、その日の色。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17ショット（支度をのぞき、一場面につき全体と腰より上の二枚）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2994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家を出てから会社に着くまでの三十秒。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すまし顔・笑う・振り返る・立ち止まる ── 服装ごとに気分が違うことを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ポップに、テンポよく描写する。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手元の超アップは、冒頭のキーケース以外は使わない。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そこから先は全身の引きと、腰より上の二枚だけで撮る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場所は参考動画と同じで最後まで使い回し、人と服と色だけを入れ替える。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始まりはキーケースの寄り。ピントを外した状態から、手が入って取り上げ、ピントが合う。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そこから鏡で鞄を合わせ、玄関のドアを開ける。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ドアが開いた瞬間、もう別の服になっている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この一本の決まりごとを、いちばん最初に見せてしまう。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支度が一色目。そこから四回着替えて、全部で五色。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会社に着いたところが五色目。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これまで着てきた服と鞄が、人とすれ違うたびに次々に入れ替わり、すれ違った相手に振り返られる。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最後は五色を並べて終える。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支度をのぞく一つの場面は、二カットだけ撮る。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に寄って表情と鞄の色を同時に見せる。この二枚を五回くり返す。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色が切り替わる瞬間は、必ず手前を何かが横切るか、ドアを通る。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①玄関のドアが開く（冒頭）②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駅の柱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が横切る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会社のドア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を通る ⑤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人とすれ違う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横切るものは各シーンの見出しに書いてある。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いずれも抜けた瞬間に服と色が変わっている。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参考動画は木の幹の前ボケでつないでいるので、並木道の二場面ではそれも使える。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参考動画はスーツケースの広告なので場所が空港になっている。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こちらは通勤路に置き換える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（並木道 → 駅 → 会社のエントランス）。玄関・並木道・駅・会社のロビーの四か所で撮り切れる。売り込みはひとつも入れない。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3315500" y="4201355"/>
            <a:ext cx="2574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315500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500" y="4909459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3315500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315500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4204183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7_02_全色が並ぶ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183" y="4909459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204183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204183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五色が並ぶ。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この画にテロップ「同じ道を、違う私で。」を重ね、ナレーション「毎日をカラフルに」が一言だけ入る。</a:t>
            </a:r>
            <a:endParaRPr lang="en-US" sz="540" dirty="0"/>
          </a:p>
        </p:txBody>
      </p:sp>
      <p:sp>
        <p:nvSpPr>
          <p:cNvPr id="27" name="Shape 23"/>
          <p:cNvSpPr/>
          <p:nvPr/>
        </p:nvSpPr>
        <p:spPr>
          <a:xfrm>
            <a:off x="5092865" y="4457387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2865" y="4457387"/>
            <a:ext cx="797243" cy="141732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5092865" y="4457387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092865" y="5911283"/>
            <a:ext cx="7972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76862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完成形を見せる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7686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1_01_完成形を手に持つ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862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7686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7686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出来上がった鞄を手に取る（寄り）。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これから何を作るのかを、最初に一度だけ見せる。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397842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1_02_台に立てて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8424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842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842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作業台に置いて、手が離れる（横）。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ここから工程の頭に戻る。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6301588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4-7秒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6301588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ここから工程が始まる。</a:t>
            </a:r>
            <a:endParaRPr lang="en-US" sz="620" dirty="0"/>
          </a:p>
        </p:txBody>
      </p:sp>
      <p:sp>
        <p:nvSpPr>
          <p:cNvPr id="32" name="Text 27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8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6846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68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6846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828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282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刃が入る一音。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3_03_抜けたパーツ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188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771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13-18秒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4_01_二枚を合わせ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4_02_合わせた断面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947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0594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重ねた一枚（寄り）。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表の革の下に、裏の革がある。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307" y="4433525"/>
            <a:ext cx="912920" cy="1141150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1030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76862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18-26秒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76862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5_02_針が上下す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862" y="4327066"/>
            <a:ext cx="509497" cy="63687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76862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76862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77799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5_06_工房の引き_作業する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7799" y="4327066"/>
            <a:ext cx="509497" cy="63687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77799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77799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78736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5_04_手縫いで引き締め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8736" y="4327066"/>
            <a:ext cx="509497" cy="63687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78736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78736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779673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5_07_工房の引き_ミシンの前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9673" y="4327066"/>
            <a:ext cx="509497" cy="636871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779673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779673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もう一段引く。ミシンの前に立つ人と、棚の並びが一緒に入る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（人が広角に映る二枚目）。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5380611" y="4192615"/>
            <a:ext cx="509497" cy="90577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5_05_刃で切り込み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0611" y="4327066"/>
            <a:ext cx="509497" cy="636871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5380611" y="4192615"/>
            <a:ext cx="509497" cy="90577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5380611" y="5134964"/>
            <a:ext cx="509497" cy="1247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6301588" y="3936583"/>
            <a:ext cx="29132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26-32秒</a:t>
            </a:r>
            <a:endParaRPr lang="en-US" sz="1150" dirty="0"/>
          </a:p>
        </p:txBody>
      </p:sp>
      <p:sp>
        <p:nvSpPr>
          <p:cNvPr id="40" name="Shape 33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6_01_道具の先が断面に触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4378851"/>
            <a:ext cx="910122" cy="124552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301588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301588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塗り始め。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道具の先が断面に触れる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（超マクロ）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2_S6_02_コバ塗り_塗り進む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03149" y="4378851"/>
            <a:ext cx="910122" cy="124552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730314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730314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この一本の見せ場。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</a:t>
            </a:r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長回し・カットを割らない。</a:t>
            </a:r>
            <a:endParaRPr lang="en-US" sz="620" dirty="0"/>
          </a:p>
        </p:txBody>
      </p:sp>
      <p:sp>
        <p:nvSpPr>
          <p:cNvPr id="48" name="Shape 39"/>
          <p:cNvSpPr/>
          <p:nvPr/>
        </p:nvSpPr>
        <p:spPr>
          <a:xfrm>
            <a:off x="8304711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9" name="Image 7" descr="/home/user/dougaseisaku/assets/ref4/2_S6_03_塗り終わりの断面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4711" y="4378851"/>
            <a:ext cx="910122" cy="1245523"/>
          </a:xfrm>
          <a:prstGeom prst="rect">
            <a:avLst/>
          </a:prstGeom>
        </p:spPr>
      </p:pic>
      <p:sp>
        <p:nvSpPr>
          <p:cNvPr id="50" name="Shape 40"/>
          <p:cNvSpPr/>
          <p:nvPr/>
        </p:nvSpPr>
        <p:spPr>
          <a:xfrm>
            <a:off x="8304711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8304711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同じ画角のまま断面の色が変わりきっている。</a:t>
            </a:r>
            <a:endParaRPr lang="en-US" sz="720" dirty="0"/>
          </a:p>
        </p:txBody>
      </p:sp>
      <p:sp>
        <p:nvSpPr>
          <p:cNvPr id="52" name="Text 4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3" name="Text 4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この道、20年。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609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完成した鞄を最初に一度だけ見せてから、工程の頭に戻る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一工程あたり二〜三カット、一カットは一〜二秒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最初に見せた完成品を、最後にもう一度見せて閉じる。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に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96846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32-37秒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7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468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96846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96846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人が広角に映る三枚目。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7_02_道具でコバを整え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2828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97282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97282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道具でコバを整える（寄り）。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7_03_縁に印をつ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7188" y="4433525"/>
            <a:ext cx="912920" cy="1141150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9771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9771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936583"/>
            <a:ext cx="29216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37-40秒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8_01_縁を折り返す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433525"/>
            <a:ext cx="912920" cy="1141150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縁を手で仕上げる（寄り）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8_02_完成品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5947" y="4433525"/>
            <a:ext cx="912920" cy="114115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30594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30594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S1で見せた鞄が、ここで揃う。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共通_ロゴのみ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307" y="4192615"/>
            <a:ext cx="912920" cy="162296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310307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310307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943478"/>
            <a:ext cx="1493570" cy="108897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529" y="4102747"/>
            <a:ext cx="1493570" cy="770439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1152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6301588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4-8秒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34150"/>
            <a:ext cx="1493570" cy="70763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158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597" y="4005819"/>
            <a:ext cx="1493570" cy="96429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88659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71607" y="4097898"/>
            <a:ext cx="1493570" cy="78013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947160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989114"/>
            <a:ext cx="1493570" cy="99770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1529" y="4052221"/>
            <a:ext cx="1493570" cy="87149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811529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811529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39653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6538" y="4205929"/>
            <a:ext cx="1493570" cy="564076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39653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39653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114574"/>
            <a:ext cx="1493570" cy="74678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6597" y="4005819"/>
            <a:ext cx="1493570" cy="96429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88659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88659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1607" y="3992346"/>
            <a:ext cx="1493570" cy="99124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471607" y="3160349"/>
            <a:ext cx="1493570" cy="26552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9471607" y="5852160"/>
            <a:ext cx="14935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Voyageの作り方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854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黒い布一枚とライト一灯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226519" y="2904317"/>
            <a:ext cx="46635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226519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6519" y="3824126"/>
            <a:ext cx="1097317" cy="62323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226519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26519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415276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5276" y="3897686"/>
            <a:ext cx="1097317" cy="47611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415276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415276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604033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4033" y="3771613"/>
            <a:ext cx="1097317" cy="72825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604033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604033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4792790" y="3160349"/>
            <a:ext cx="1097317" cy="195078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2790" y="3160349"/>
            <a:ext cx="1097317" cy="1950786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4792790" y="3160349"/>
            <a:ext cx="1097317" cy="195078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792790" y="5147711"/>
            <a:ext cx="1097317" cy="1234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57282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057282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282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057282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057282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6537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5370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6537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6537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67345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459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67345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67345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91647"/>
            <a:ext cx="38328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60967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676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60967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60967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91776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17765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91776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91776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048888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048888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888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048888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048888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359774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9774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359774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359774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6301588" y="3391647"/>
            <a:ext cx="3841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6301588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301588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6301588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7612474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2474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7612474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7612474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923361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3361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923361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923361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バードアイショット。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東京の空から降り、向島の街と工房を見つける。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62323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高度を下げ、建物に寄る。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870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歴史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6-20秒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2_02_1984_ToBootNewYork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0020" y="3607714"/>
            <a:ext cx="1348385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コラボの実績から入る。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年号テロップを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次々に重ねる（1980 SHIPS ／ 1982 BEAMS ／ 1984 To Boot New York ／ 1990 UNITED ARROWS ／ 1991 Paul Smith ／ 2011 RALPH LAUREN）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2_01_1979創業_店舗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6743" y="3607714"/>
            <a:ext cx="152831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昔の外観。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実績を並べたあと、はじまりの店先に戻る。テロップ「1979　東京千駄ヶ谷にて創業」を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右端に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出す。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同じ構図のまま、今の外観へ。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昔の店先からそのまま移り変わる。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白黒からカラーに変わる。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390" y="3607714"/>
            <a:ext cx="1489429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39280" y="3607714"/>
            <a:ext cx="1336405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29-38秒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5_01_図面をなぞる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62323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図面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58277" y="3626975"/>
            <a:ext cx="1765249" cy="954431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14966" y="3623235"/>
            <a:ext cx="1765249" cy="961911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62323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5550" y="3607714"/>
            <a:ext cx="1710488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6_02_職人が革を扱う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52239" y="3607714"/>
            <a:ext cx="1710488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52-63秒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3_横顔_見出し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くさがやさん。この一カットだけ画に映る。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横顔、空いた側に見出しテロップ。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声は次のカットにかぶったまま続く。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3738" y="3607714"/>
            <a:ext cx="1534327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95148" y="3607714"/>
            <a:ext cx="100488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S2の「今の外観」と同じ写真です（画角の参考として同じものを当てています）。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七十五秒（最長でも九十秒まで）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449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空撮（バードアイ）から入り、沿革 → 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画に映るのは永尾社長が冒頭と締めの二カット、くさがやさんが一カット。あとは声だけが画の上に流れ続ける。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頭と終わりを同じ顔で挟むと、七十五秒が一本にまとまる。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1979年から続く会社が、いま向島の工房と一つになった。空から店頭まで、会社の全体を七十五秒で見せる。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67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永尾社長＝①バストショット（顔の下に役職テロップ・冒頭と締めの二回）／くさがやさん＝②横顔（空いた側に見出しテロップ）。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年表テロップ（S2）は画面の右端に寄せて出す。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1979 東京千駄ヶ谷にて創業／1980 SHIPS／1982 BEAMS／1984 To Boot New York／1990 UNITED ARROWS／1991 Paul Smith／2011 RALPH LAUREN 全直営店のカルトン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63-70秒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861" y="3607714"/>
            <a:ext cx="118448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7_02_手渡しと笑顔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53613" y="3607714"/>
            <a:ext cx="794362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7_03_使っている手元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3947" y="3607714"/>
            <a:ext cx="1207073" cy="99295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35168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70-75秒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8701"/>
            <a:ext cx="1765249" cy="750979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61633" y="3607714"/>
            <a:ext cx="558536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60771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637243"/>
            <a:ext cx="1765249" cy="17452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工房に入る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1_03_入口から通路の奥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入口を入って、通路の奥へ（引き）。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天井の照明が奥まで連なる。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まだ人の顔は出さない。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4_機械の前の作業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機械の前で作業している（引き）。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人は小さく、顔が分からない大きさで入れる。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通路を奥へ進む（歩きながら）。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消失点を画面の中心に置く。ここは切らずに長めに回す。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工房を歩く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022574" cy="57519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17136"/>
            <a:ext cx="1022574" cy="55721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022574" cy="57519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4719919"/>
            <a:ext cx="1022574" cy="166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工房の全景（引き）。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規模が分かる画角。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15601" y="4108145"/>
            <a:ext cx="1022574" cy="57519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5_機械の超クロー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6278" y="4108145"/>
            <a:ext cx="1021219" cy="575198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15601" y="4108145"/>
            <a:ext cx="1022574" cy="57519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15601" y="4719919"/>
            <a:ext cx="1022574" cy="166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見たことのない機械の寄り。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何をする機械かは説明しない。動きと質感だけで見せる。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529615" y="4108145"/>
            <a:ext cx="1022574" cy="57519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0292" y="4108145"/>
            <a:ext cx="1021219" cy="575198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529615" y="4108145"/>
            <a:ext cx="1022574" cy="57519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529615" y="4719919"/>
            <a:ext cx="1022574" cy="166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9643628" y="4108145"/>
            <a:ext cx="1022574" cy="57519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6_S2_02_機械と人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9489" y="4108145"/>
            <a:ext cx="990851" cy="575198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9643628" y="4108145"/>
            <a:ext cx="1022574" cy="57519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9643628" y="4719919"/>
            <a:ext cx="1022574" cy="166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8" name="Shape 39"/>
          <p:cNvSpPr/>
          <p:nvPr/>
        </p:nvSpPr>
        <p:spPr>
          <a:xfrm>
            <a:off x="10757642" y="4108145"/>
            <a:ext cx="1022574" cy="57519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9" name="Image 7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57642" y="4178230"/>
            <a:ext cx="1022574" cy="435027"/>
          </a:xfrm>
          <a:prstGeom prst="rect">
            <a:avLst/>
          </a:prstGeom>
        </p:spPr>
      </p:pic>
      <p:sp>
        <p:nvSpPr>
          <p:cNvPr id="50" name="Shape 40"/>
          <p:cNvSpPr/>
          <p:nvPr/>
        </p:nvSpPr>
        <p:spPr>
          <a:xfrm>
            <a:off x="10757642" y="4108145"/>
            <a:ext cx="1022574" cy="57519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51" name="Text 41"/>
          <p:cNvSpPr/>
          <p:nvPr/>
        </p:nvSpPr>
        <p:spPr>
          <a:xfrm>
            <a:off x="10757642" y="4719919"/>
            <a:ext cx="1022574" cy="1662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52" name="Text 4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53" name="Text 4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19585"/>
            <a:ext cx="1301077" cy="70897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803997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997" y="4119585"/>
            <a:ext cx="1301077" cy="70897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803997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803997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3196514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7111" y="4108145"/>
            <a:ext cx="599882" cy="73185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3196514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3196514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4589031" y="4108145"/>
            <a:ext cx="1301077" cy="73185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89031" y="4120319"/>
            <a:ext cx="1301077" cy="707508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4589031" y="4108145"/>
            <a:ext cx="1301077" cy="73185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4589031" y="4876577"/>
            <a:ext cx="1301077" cy="1505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6_01_部品を手に取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7031" y="4108145"/>
            <a:ext cx="794362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6_02_針が革に落ち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1518" y="4108145"/>
            <a:ext cx="1038768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44" name="Shape 36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5" name="Image 6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95649" y="4108145"/>
            <a:ext cx="803883" cy="992953"/>
          </a:xfrm>
          <a:prstGeom prst="rect">
            <a:avLst/>
          </a:prstGeom>
        </p:spPr>
      </p:pic>
      <p:sp>
        <p:nvSpPr>
          <p:cNvPr id="46" name="Shape 37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7" name="Text 38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手縫いにも対応しているので、手で縫うカットも一つ撮っておく。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テロップ「手縫い Hand Stitching」</a:t>
            </a:r>
            <a:endParaRPr lang="en-US" sz="720" dirty="0"/>
          </a:p>
        </p:txBody>
      </p:sp>
      <p:sp>
        <p:nvSpPr>
          <p:cNvPr id="48" name="Text 3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9" name="Text 4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7_01_光にかざす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741" y="4108145"/>
            <a:ext cx="1490106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3_職人の顔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23666"/>
            <a:ext cx="1765249" cy="961911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037" y="4108145"/>
            <a:ext cx="14923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7875" y="4108145"/>
            <a:ext cx="1626053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選ばれる理由。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30ショット（展示会用の無音版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工場を歩いて見せる案内型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（入口から通路を奥へ、工程順に歩き、梱包場で終わる）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空撮は使わず、入口から中に入るところで始める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（空撮は5本目にある）。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まず工房の中を歩いて見せてから、話し手を出す。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。通路を奥へ進むトラッキング、見たことのない機械の寄り、材料が壁一面に並ぶ画を並べ、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この6本目は工房の実景・自然光・人と機械・歩くカメラ・作業音・梱包と問い合わせ先で終わる。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シーンと秒数に合わせて書いてある。読み上げずに、工房を歩きながら自分の言葉で言い直してもらう。この三つが言えていれば、言い回しは変えてよい。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08145"/>
            <a:ext cx="17652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08145"/>
            <a:ext cx="1765249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108145"/>
            <a:ext cx="1765249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398293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293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982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2711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2711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129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7129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入れる①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4-10秒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006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96006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8690424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0424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8690424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8690424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398293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入れる②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8293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3982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982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2711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2711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2711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7129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7129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7129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598702"/>
            <a:ext cx="34918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1588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6006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7496006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7496006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2406687" y="3598702"/>
            <a:ext cx="34834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40668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6687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240668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40668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359830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8307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359830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59830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789927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9927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789927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789927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2241932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つかみ①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4193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1932" y="4288990"/>
            <a:ext cx="1155098" cy="48761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24193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24193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88471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471" y="4288990"/>
            <a:ext cx="1155098" cy="48761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88471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88471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外観の全景（引き）。入口に人が立つ。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35009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5009" y="4288990"/>
            <a:ext cx="1155098" cy="48761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35009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35009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つかみに入る。製作シーン。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手元だけ（寄り）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つかみ②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88601"/>
            <a:ext cx="1155098" cy="48839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48126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8126" y="4268783"/>
            <a:ext cx="1155098" cy="52803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48126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48126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79466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4664" y="4317993"/>
            <a:ext cx="1155098" cy="42961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79466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79466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pPr indent="0" marL="0">
              <a:lnSpc>
                <a:spcPct val="124000"/>
              </a:lnSpc>
              <a:buNone/>
            </a:pPr>
            <a:endParaRPr lang="en-US" sz="6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最後にロゴが質問テロップに変わる</a:t>
            </a:r>
            <a:pPr indent="0" marL="0">
              <a:lnSpc>
                <a:spcPct val="124000"/>
              </a:lnSpc>
              <a:buNone/>
            </a:pPr>
            <a:r>
              <a:rPr lang="en-US" sz="6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「なぜこの商品を選びましたか？ ／ Why did you choose this one?」。</a:t>
            </a:r>
            <a:pPr indent="0" marL="0">
              <a:lnSpc>
                <a:spcPct val="124000"/>
              </a:lnSpc>
              <a:buNone/>
            </a:pPr>
            <a:r>
              <a:rPr lang="en-US" sz="6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Jカットで、答えの声が先に入りはじめる。</a:t>
            </a:r>
            <a:endParaRPr lang="en-US" sz="60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2241932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24193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1932" y="4328180"/>
            <a:ext cx="1155098" cy="40923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224193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24193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バストショット。植物を置いてボカす。話した言葉をそのままテロップで出す。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質問は入れず、答えから始める。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右下に「購入者 Aさん」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のテロップ。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488471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471" y="4328180"/>
            <a:ext cx="1155098" cy="40923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488471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88471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735009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5009" y="4328180"/>
            <a:ext cx="1155098" cy="40923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735009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735009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250012"/>
            <a:ext cx="36481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328180"/>
            <a:ext cx="1155098" cy="40923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548126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8126" y="4328180"/>
            <a:ext cx="1155098" cy="40923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548126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548126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79466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94664" y="4328180"/>
            <a:ext cx="1155098" cy="409235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79466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79466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1809878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809878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878" y="4430685"/>
            <a:ext cx="1299116" cy="4602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809878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809878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200435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35" y="4430685"/>
            <a:ext cx="1299116" cy="46025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200435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200435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90991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991" y="4430685"/>
            <a:ext cx="1299116" cy="46025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590991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90991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430685"/>
            <a:ext cx="1299116" cy="46025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7692144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2144" y="4430685"/>
            <a:ext cx="1299116" cy="46025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7692144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7692144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908270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82700" y="4430685"/>
            <a:ext cx="1299116" cy="46025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908270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908270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22ショット（仮）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1809878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1809878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9878" y="4386170"/>
            <a:ext cx="1299116" cy="54928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1809878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809878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3200435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35" y="4386170"/>
            <a:ext cx="1299116" cy="54928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3200435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200435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590991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7_03_中央にロゴが重な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991" y="4386170"/>
            <a:ext cx="1299116" cy="549287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590991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590991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同じ引きの画面の中央に、ロゴが重なる。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250012"/>
            <a:ext cx="40802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95437"/>
            <a:ext cx="1299116" cy="7307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32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2026-09-07T08:09:33Z</dcterms:created>
  <dcterms:modified xsi:type="dcterms:W3CDTF">2026-09-07T08:09:33Z</dcterms:modified>
</cp:coreProperties>
</file>