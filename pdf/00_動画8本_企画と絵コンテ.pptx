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instagram.com/reel/DZE-_hZuwXb/" TargetMode="External"/><Relationship Id="rId8" Type="http://schemas.openxmlformats.org/officeDocument/2006/relationships/hyperlink" Target="https://www.instagram.com/reel/DaorwuKvWAj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image" Target="../media/image-6-9.jpg"/><Relationship Id="rId12" Type="http://schemas.openxmlformats.org/officeDocument/2006/relationships/image" Target="../media/image-6-10.jpg"/><Relationship Id="rId13" Type="http://schemas.openxmlformats.org/officeDocument/2006/relationships/image" Target="../media/image-6-11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1〜4本目と7本目は参考動画があり、絵コンテの写真もそこから抜いています。5・6・8本目は参考動画・詳細をいただき次第、同じ形式で内容を確定します。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参考動画：未定（年号で語る型を推奨）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pic>
        <p:nvPicPr>
          <p:cNvPr id="24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pic>
        <p:nvPicPr>
          <p:cNvPr id="28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pic>
        <p:nvPicPr>
          <p:cNvPr id="31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pic>
        <p:nvPicPr>
          <p:cNvPr id="34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37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pic>
        <p:nvPicPr>
          <p:cNvPr id="38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pic>
        <p:nvPicPr>
          <p:cNvPr id="41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7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8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47" name="Text 39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pic>
        <p:nvPicPr>
          <p:cNvPr id="48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pic>
        <p:nvPicPr>
          <p:cNvPr id="51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rcRect l="0" r="0" t="26764" b="26764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52" name="Shape 42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54" name="Shape 44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45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46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57" name="Text 4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4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pic>
        <p:nvPicPr>
          <p:cNvPr id="18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rcRect l="0" r="0" t="40140" b="4014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pic>
        <p:nvPicPr>
          <p:cNvPr id="25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rcRect l="0" r="0" t="40140" b="4014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pic>
        <p:nvPicPr>
          <p:cNvPr id="28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rcRect l="0" r="0" t="40140" b="4014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pic>
        <p:nvPicPr>
          <p:cNvPr id="31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rcRect l="0" r="0" t="35111" b="35111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4" name="Text 28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pic>
        <p:nvPicPr>
          <p:cNvPr id="35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rcRect l="0" r="0" t="40140" b="4014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pic>
        <p:nvPicPr>
          <p:cNvPr id="38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rcRect l="0" r="0" t="34394" b="3439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pic>
        <p:nvPicPr>
          <p:cNvPr id="41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rcRect l="0" r="0" t="38940" b="3894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pic>
        <p:nvPicPr>
          <p:cNvPr id="45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rcRect l="0" r="0" t="40140" b="4014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3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0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pic>
        <p:nvPicPr>
          <p:cNvPr id="51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rcRect l="0" r="0" t="40140" b="40140"/>
          <a:stretch/>
        </p:blipFill>
        <p:spPr>
          <a:xfrm>
            <a:off x="9520733" y="5223510"/>
            <a:ext cx="2259482" cy="678942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54" name="Text 4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pic>
        <p:nvPicPr>
          <p:cNvPr id="14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pic>
        <p:nvPicPr>
          <p:cNvPr id="17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pic>
        <p:nvPicPr>
          <p:cNvPr id="24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pic>
        <p:nvPicPr>
          <p:cNvPr id="27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pic>
        <p:nvPicPr>
          <p:cNvPr id="30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3" name="Text 26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28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29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pic>
        <p:nvPicPr>
          <p:cNvPr id="37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pic>
        <p:nvPicPr>
          <p:cNvPr id="40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43" name="Text 34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47" name="Text 3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COACH・11.8万いいね）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pic>
        <p:nvPicPr>
          <p:cNvPr id="14" name="Image 0" descr="/home/user/dougaseisaku/assets/ref4/4_S1_01_ガラスの反射.jpg">    </p:cNvPr>
          <p:cNvPicPr>
            <a:picLocks noChangeAspect="1"/>
          </p:cNvPicPr>
          <p:nvPr/>
        </p:nvPicPr>
        <p:blipFill>
          <a:blip r:embed="rId3"/>
          <a:srcRect l="0" r="0" t="30093" b="30093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pic>
        <p:nvPicPr>
          <p:cNvPr id="17" name="Image 1" descr="/home/user/dougaseisaku/assets/ref4/4_S1_02_街を歩く.jpg">    </p:cNvPr>
          <p:cNvPicPr>
            <a:picLocks noChangeAspect="1"/>
          </p:cNvPicPr>
          <p:nvPr/>
        </p:nvPicPr>
        <p:blipFill>
          <a:blip r:embed="rId4"/>
          <a:srcRect l="0" r="0" t="30093" b="30093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pic>
        <p:nvPicPr>
          <p:cNvPr id="20" name="Image 2" descr="/home/user/dougaseisaku/assets/ref4/4_S1_03_電車が通り過ぎる.jpg">    </p:cNvPr>
          <p:cNvPicPr>
            <a:picLocks noChangeAspect="1"/>
          </p:cNvPicPr>
          <p:nvPr/>
        </p:nvPicPr>
        <p:blipFill>
          <a:blip r:embed="rId5"/>
          <a:srcRect l="0" r="0" t="30093" b="30093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3" name="Text 18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pic>
        <p:nvPicPr>
          <p:cNvPr id="24" name="Image 3" descr="/home/user/dougaseisaku/assets/ref4/4_S2_01_真俯瞰で入れる.jpg">    </p:cNvPr>
          <p:cNvPicPr>
            <a:picLocks noChangeAspect="1"/>
          </p:cNvPicPr>
          <p:nvPr/>
        </p:nvPicPr>
        <p:blipFill>
          <a:blip r:embed="rId6"/>
          <a:srcRect l="0" r="0" t="38227" b="38227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pic>
        <p:nvPicPr>
          <p:cNvPr id="27" name="Image 4" descr="/home/user/dougaseisaku/assets/ref4/4_S2_02_中身を並べる.jpg">    </p:cNvPr>
          <p:cNvPicPr>
            <a:picLocks noChangeAspect="1"/>
          </p:cNvPicPr>
          <p:nvPr/>
        </p:nvPicPr>
        <p:blipFill>
          <a:blip r:embed="rId7"/>
          <a:srcRect l="0" r="0" t="38227" b="38227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pic>
        <p:nvPicPr>
          <p:cNvPr id="30" name="Image 5" descr="/home/user/dougaseisaku/assets/ref4/4_S2_03_財布に差し込む超マクロ.jpg">    </p:cNvPr>
          <p:cNvPicPr>
            <a:picLocks noChangeAspect="1"/>
          </p:cNvPicPr>
          <p:nvPr/>
        </p:nvPicPr>
        <p:blipFill>
          <a:blip r:embed="rId8"/>
          <a:srcRect l="0" r="0" t="30093" b="30093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3" name="Text 2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pic>
        <p:nvPicPr>
          <p:cNvPr id="34" name="Image 6" descr="/home/user/dougaseisaku/assets/ref4/4_S3_01_カフェの窓際.jpg">    </p:cNvPr>
          <p:cNvPicPr>
            <a:picLocks noChangeAspect="1"/>
          </p:cNvPicPr>
          <p:nvPr/>
        </p:nvPicPr>
        <p:blipFill>
          <a:blip r:embed="rId9"/>
          <a:srcRect l="0" r="0" t="30093" b="30093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pic>
        <p:nvPicPr>
          <p:cNvPr id="37" name="Image 7" descr="/home/user/dougaseisaku/assets/ref4/4_S3_02_金具のロゴに超マクロ.jpg">    </p:cNvPr>
          <p:cNvPicPr>
            <a:picLocks noChangeAspect="1"/>
          </p:cNvPicPr>
          <p:nvPr/>
        </p:nvPicPr>
        <p:blipFill>
          <a:blip r:embed="rId10"/>
          <a:srcRect l="0" r="0" t="30093" b="30093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pic>
        <p:nvPicPr>
          <p:cNvPr id="40" name="Image 8" descr="/home/user/dougaseisaku/assets/ref4/4_S3_03_高い場所に立つ.jpg">    </p:cNvPr>
          <p:cNvPicPr>
            <a:picLocks noChangeAspect="1"/>
          </p:cNvPicPr>
          <p:nvPr/>
        </p:nvPicPr>
        <p:blipFill>
          <a:blip r:embed="rId11"/>
          <a:srcRect l="0" r="0" t="30093" b="30093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43" name="Text 3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pic>
        <p:nvPicPr>
          <p:cNvPr id="44" name="Image 9" descr="/home/user/dougaseisaku/assets/ref4/4_S4_02_街に置く.jpg">    </p:cNvPr>
          <p:cNvPicPr>
            <a:picLocks noChangeAspect="1"/>
          </p:cNvPicPr>
          <p:nvPr/>
        </p:nvPicPr>
        <p:blipFill>
          <a:blip r:embed="rId12"/>
          <a:srcRect l="0" r="0" t="38227" b="38227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5" name="Shape 3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pic>
        <p:nvPicPr>
          <p:cNvPr id="47" name="Image 10" descr="/home/user/dougaseisaku/assets/ref4/4_S4_01_白い壁の前.jpg">    </p:cNvPr>
          <p:cNvPicPr>
            <a:picLocks noChangeAspect="1"/>
          </p:cNvPicPr>
          <p:nvPr/>
        </p:nvPicPr>
        <p:blipFill>
          <a:blip r:embed="rId13"/>
          <a:srcRect l="0" r="0" t="30093" b="30093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8" name="Shape 3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0" name="Shape 37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38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39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3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4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年号で語る型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を推奨（年表テロップ＋工房の現在＋二人の顔と声）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303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07591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20393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40510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768184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30147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02640"/>
            <a:ext cx="3063240" cy="55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pic>
        <p:nvPicPr>
          <p:cNvPr id="18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rcRect l="0" r="0" t="39195" b="39195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pic>
        <p:nvPicPr>
          <p:cNvPr id="21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rcRect l="0" r="0" t="39195" b="39195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pic>
        <p:nvPicPr>
          <p:cNvPr id="24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rcRect l="0" r="0" t="39195" b="39195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pic>
        <p:nvPicPr>
          <p:cNvPr id="28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rcRect l="0" r="0" t="39195" b="39195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pic>
        <p:nvPicPr>
          <p:cNvPr id="31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rcRect l="0" r="0" t="39195" b="39195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pic>
        <p:nvPicPr>
          <p:cNvPr id="34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rcRect l="0" r="0" t="39195" b="39195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37" name="Text 29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pic>
        <p:nvPicPr>
          <p:cNvPr id="38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rcRect l="0" r="0" t="39195" b="39195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1" name="Shape 32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33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34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pic>
        <p:nvPicPr>
          <p:cNvPr id="45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rcRect l="0" r="0" t="39195" b="39195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pic>
        <p:nvPicPr>
          <p:cNvPr id="48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rcRect l="0" r="0" t="39195" b="39195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1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2026-09-04T04:32:28Z</dcterms:created>
  <dcterms:modified xsi:type="dcterms:W3CDTF">2026-09-04T04:32:28Z</dcterms:modified>
</cp:coreProperties>
</file>