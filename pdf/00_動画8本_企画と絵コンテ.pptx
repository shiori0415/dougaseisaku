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image" Target="../media/image-13-5.jpg"/><Relationship Id="rId7" Type="http://schemas.openxmlformats.org/officeDocument/2006/relationships/image" Target="../media/image-1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image" Target="../media/image-1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6-1.jpg"/><Relationship Id="rId3" Type="http://schemas.openxmlformats.org/officeDocument/2006/relationships/image" Target="../media/image-16-2.jpg"/><Relationship Id="rId4" Type="http://schemas.openxmlformats.org/officeDocument/2006/relationships/image" Target="../media/image-16-3.jpg"/><Relationship Id="rId5" Type="http://schemas.openxmlformats.org/officeDocument/2006/relationships/image" Target="../media/image-16-4.jpg"/><Relationship Id="rId6" Type="http://schemas.openxmlformats.org/officeDocument/2006/relationships/image" Target="../media/image-1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image" Target="../media/image-19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20-1.jpg"/><Relationship Id="rId5" Type="http://schemas.openxmlformats.org/officeDocument/2006/relationships/image" Target="../media/image-20-2.jpg"/><Relationship Id="rId6" Type="http://schemas.openxmlformats.org/officeDocument/2006/relationships/image" Target="../media/image-20-3.jpg"/><Relationship Id="rId7" Type="http://schemas.openxmlformats.org/officeDocument/2006/relationships/image" Target="../media/image-20-4.jpg"/><Relationship Id="rId8" Type="http://schemas.openxmlformats.org/officeDocument/2006/relationships/image" Target="../media/image-20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image" Target="../media/image-25-5.jpg"/><Relationship Id="rId6" Type="http://schemas.openxmlformats.org/officeDocument/2006/relationships/image" Target="../media/image-25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image" Target="../media/image-26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image" Target="../media/image-27-4.jpg"/><Relationship Id="rId6" Type="http://schemas.openxmlformats.org/officeDocument/2006/relationships/image" Target="../media/image-27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8-1.jpg"/><Relationship Id="rId3" Type="http://schemas.openxmlformats.org/officeDocument/2006/relationships/image" Target="../media/image-28-2.jpg"/><Relationship Id="rId4" Type="http://schemas.openxmlformats.org/officeDocument/2006/relationships/image" Target="../media/image-28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image" Target="../media/image-31-5.jpg"/><Relationship Id="rId6" Type="http://schemas.openxmlformats.org/officeDocument/2006/relationships/image" Target="../media/image-3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image" Target="../media/image-3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3819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67771"/>
            <a:ext cx="797243" cy="9965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767426"/>
            <a:ext cx="797243" cy="79724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8845" y="4567655"/>
            <a:ext cx="797243" cy="119678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18884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077528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7398" y="4457387"/>
            <a:ext cx="777501" cy="141732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077528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077528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4286250" y="4201355"/>
            <a:ext cx="74939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28625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878498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640" dirty="0"/>
          </a:p>
        </p:txBody>
      </p:sp>
      <p:sp>
        <p:nvSpPr>
          <p:cNvPr id="40" name="Shape 33"/>
          <p:cNvSpPr/>
          <p:nvPr/>
        </p:nvSpPr>
        <p:spPr>
          <a:xfrm>
            <a:off x="517493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4933" y="4707029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17493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17493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8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22675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22675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22675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3397568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522675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22675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26858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22675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3397568" y="477468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522675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77468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22858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884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18884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68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34644" y="3936583"/>
            <a:ext cx="90455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4-7秒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644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3464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620" dirty="0"/>
          </a:p>
        </p:txBody>
      </p:sp>
      <p:sp>
        <p:nvSpPr>
          <p:cNvPr id="32" name="Text 2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3278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3744599" y="3936583"/>
            <a:ext cx="803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959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4895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18-26秒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1_革を曲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両手で革を曲げる（胸の高さ・腕と革だけ）。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平らな革がしなって立ち上がる。縫う前の一手。</a:t>
            </a:r>
            <a:endParaRPr lang="en-US" sz="62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2_針が上下す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3_工房の引き_作業する人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04" y="4432786"/>
            <a:ext cx="910122" cy="11376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1460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580" dirty="0"/>
          </a:p>
        </p:txBody>
      </p:sp>
      <p:sp>
        <p:nvSpPr>
          <p:cNvPr id="31" name="Shape 26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165" y="4432786"/>
            <a:ext cx="910122" cy="11376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41616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620" dirty="0"/>
          </a:p>
        </p:txBody>
      </p:sp>
      <p:sp>
        <p:nvSpPr>
          <p:cNvPr id="35" name="Shape 29"/>
          <p:cNvSpPr/>
          <p:nvPr/>
        </p:nvSpPr>
        <p:spPr>
          <a:xfrm>
            <a:off x="441772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工房の引き_ミシンの前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27" y="4432786"/>
            <a:ext cx="910122" cy="1137652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41772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41772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もう一段引く。ミシンの前に立つ人と、棚の並びが一緒に入る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（人が広角に映る二枚目）。</a:t>
            </a:r>
            <a:endParaRPr lang="en-US" sz="620" dirty="0"/>
          </a:p>
        </p:txBody>
      </p:sp>
      <p:sp>
        <p:nvSpPr>
          <p:cNvPr id="39" name="Shape 32"/>
          <p:cNvSpPr/>
          <p:nvPr/>
        </p:nvSpPr>
        <p:spPr>
          <a:xfrm>
            <a:off x="541928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5" descr="/home/user/dougaseisaku/assets/ref4/2_S5_06_刃で切り込み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9289" y="4432786"/>
            <a:ext cx="910122" cy="1137652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541928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541928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43" name="Text 3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4" name="Text 3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53859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26-32秒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81940"/>
            <a:ext cx="797243" cy="109104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この一本の見せ場。ここは一カットだけ。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塗った側と塗っていない側が同じ画面に入り、塗り終わるまで断面の色が変わっていく。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六秒を割らずに長回しする。</a:t>
            </a:r>
            <a:endParaRPr lang="en-US" sz="540" dirty="0"/>
          </a:p>
        </p:txBody>
      </p:sp>
      <p:sp>
        <p:nvSpPr>
          <p:cNvPr id="23" name="Text 20"/>
          <p:cNvSpPr/>
          <p:nvPr/>
        </p:nvSpPr>
        <p:spPr>
          <a:xfrm>
            <a:off x="1620203" y="3936583"/>
            <a:ext cx="10160013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32-37秒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1620203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203" y="4529186"/>
            <a:ext cx="797243" cy="996553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620203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620203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人が広角に映る三枚目。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2508885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7_02_立ち上がった形を持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4529186"/>
            <a:ext cx="797243" cy="996553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立ち上がった形を両手で持って確かめる（胸の高さ）。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道具は持たない。引きと寄りのあいだをつなぐ一枚。</a:t>
            </a:r>
            <a:endParaRPr lang="en-US" sz="600" dirty="0"/>
          </a:p>
        </p:txBody>
      </p:sp>
      <p:sp>
        <p:nvSpPr>
          <p:cNvPr id="32" name="Shape 27"/>
          <p:cNvSpPr/>
          <p:nvPr/>
        </p:nvSpPr>
        <p:spPr>
          <a:xfrm>
            <a:off x="3397568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7_03_木槌で叩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529186"/>
            <a:ext cx="797243" cy="9965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木槌で底を打つ（横・胸の高さ）。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打つ音を二つだけ拾う。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4286250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7_04_道具でコバ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529186"/>
            <a:ext cx="797243" cy="9965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5174933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7_05_縁に印をつけ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4933" y="4529186"/>
            <a:ext cx="797243" cy="9965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174933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174933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8_01_縁を折り返す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8_02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192615"/>
            <a:ext cx="912920" cy="1622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34351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901539" y="2904317"/>
            <a:ext cx="78786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90153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1539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90153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90153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549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48654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558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07155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50202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99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58149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486549" y="2904317"/>
            <a:ext cx="62936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549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48654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558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07155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6568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65656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63822"/>
            <a:ext cx="1493570" cy="84828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163945"/>
            <a:ext cx="1493570" cy="64804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99" y="3992346"/>
            <a:ext cx="1493570" cy="99124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58149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516650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509" y="3160349"/>
            <a:ext cx="1493570" cy="2655235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16650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16650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41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7124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28869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353293" y="3391647"/>
            <a:ext cx="84269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293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329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067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32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32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工房に入る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入口を入って、通路の奥へ（引き）。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35" y="4108145"/>
            <a:ext cx="813896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4124662"/>
            <a:ext cx="1765249" cy="959919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8154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32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32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32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32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32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32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288990"/>
            <a:ext cx="1155098" cy="48761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288990"/>
            <a:ext cx="1155098" cy="48761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288990"/>
            <a:ext cx="1155098" cy="48761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288601"/>
            <a:ext cx="1155098" cy="48839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268783"/>
            <a:ext cx="1155098" cy="52803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17993"/>
            <a:ext cx="1155098" cy="42961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6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最後にロゴが質問テロップに変わる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「なぜこの商品を選びましたか？ ／ Why did you choose this one?」。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Jカットで、答えの声が先に入りはじめる。</a:t>
            </a:r>
            <a:endParaRPr lang="en-US" sz="60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32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32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32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32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2026-09-08T00:59:35Z</dcterms:created>
  <dcterms:modified xsi:type="dcterms:W3CDTF">2026-09-08T00:59:35Z</dcterms:modified>
</cp:coreProperties>
</file>